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887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ot_bg_v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375" y="142798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Two-Stream-L1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5154424" y="1610868"/>
            <a:ext cx="522351" cy="73152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046261" y="5878131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Two-Stream-B1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6379445" y="6061011"/>
            <a:ext cx="581216" cy="82296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85950" y="44153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Single-class A-2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4560842" y="4598228"/>
            <a:ext cx="639508" cy="82296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36294" y="488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Single-class A-3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827137" y="5070080"/>
            <a:ext cx="1023557" cy="329184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34148" y="3844791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Single-class A-4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190180" y="4027671"/>
            <a:ext cx="658368" cy="82296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79664" y="46791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Single-class A-5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727124" y="4861980"/>
            <a:ext cx="666940" cy="310896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55151" y="668063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Single-class A-3 (A)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0619" y="6508682"/>
            <a:ext cx="598932" cy="354830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026622" y="5350086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Single-class A-3 (B)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807925" y="5532966"/>
            <a:ext cx="1133097" cy="249886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375758" y="5972765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Single-class A-3 (C)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118136" y="6155645"/>
            <a:ext cx="172022" cy="193810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55026" y="559685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Mini-B1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2269426" y="5779730"/>
            <a:ext cx="404725" cy="64008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41669" y="551589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Mini-L1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551245" y="5698770"/>
            <a:ext cx="404824" cy="139626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441179" y="7294977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OG-L1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9930765" y="7477857"/>
            <a:ext cx="424814" cy="73152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001229" y="76154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OG-L2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9915629" y="7551420"/>
            <a:ext cx="14288" cy="246887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88897" y="5214591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Mini-B2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003297" y="5397471"/>
            <a:ext cx="250318" cy="146304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49614" y="2360261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OG-B2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2399397" y="2543141"/>
            <a:ext cx="364617" cy="64008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318300" y="5141835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Mini-B3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2532041" y="5324715"/>
            <a:ext cx="700659" cy="274320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035201" y="4155095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Mini-B4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2550123" y="4337975"/>
            <a:ext cx="399478" cy="82296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991956" y="529603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Mini-L2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2621177" y="5478910"/>
            <a:ext cx="285179" cy="182880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473824" y="49077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I3D OG-B1</a:t>
            </a:r>
          </a:p>
        </p:txBody>
      </p:sp>
      <p:cxnSp>
        <p:nvCxnSpPr>
          <p:cNvPr id="40" name="Connector 39"/>
          <p:cNvCxnSpPr/>
          <p:nvPr/>
        </p:nvCxnSpPr>
        <p:spPr>
          <a:xfrm flipH="1" flipV="1">
            <a:off x="2388224" y="5090580"/>
            <a:ext cx="338900" cy="82296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640253" y="2659261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NC-B1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4076879" y="2842141"/>
            <a:ext cx="477774" cy="73152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662197" y="670810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NC-B2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044530" y="6625808"/>
            <a:ext cx="532067" cy="265176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310545" y="5784616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NC-L1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4083660" y="5967496"/>
            <a:ext cx="1141285" cy="182880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334668" y="625116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NC-L2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898042" y="6269456"/>
            <a:ext cx="1351026" cy="164592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397317" y="6414743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SI-B1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2311717" y="6405599"/>
            <a:ext cx="255357" cy="192024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128096" y="629453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SI-B2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2042496" y="6358546"/>
            <a:ext cx="619506" cy="118872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522166" y="6294636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SI-L1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209109" y="6413508"/>
            <a:ext cx="227457" cy="64008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139987" y="584179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SI-L2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2745205" y="6024679"/>
            <a:ext cx="309182" cy="155448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838042" y="6677597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DI-B1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846614" y="6659309"/>
            <a:ext cx="905828" cy="201168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453588" y="651740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DI-B2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782772" y="6425962"/>
            <a:ext cx="585216" cy="274320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706056" y="509621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DI-L1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3444309" y="5279098"/>
            <a:ext cx="1176147" cy="146304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206059" y="578353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DI-L2</a:t>
            </a:r>
          </a:p>
        </p:txBody>
      </p:sp>
      <p:cxnSp>
        <p:nvCxnSpPr>
          <p:cNvPr id="64" name="Connector 63"/>
          <p:cNvCxnSpPr/>
          <p:nvPr/>
        </p:nvCxnSpPr>
        <p:spPr>
          <a:xfrm flipV="1">
            <a:off x="3862727" y="5966412"/>
            <a:ext cx="257732" cy="78618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829384" y="414597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DIT-1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7313044" y="4328852"/>
            <a:ext cx="430740" cy="70485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354109" y="557111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 DIT-2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8832455" y="5753999"/>
            <a:ext cx="436054" cy="73152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029351" y="5711506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Fusion-B1</a:t>
            </a:r>
          </a:p>
        </p:txBody>
      </p:sp>
      <p:cxnSp>
        <p:nvCxnSpPr>
          <p:cNvPr id="70" name="Connector 69"/>
          <p:cNvCxnSpPr/>
          <p:nvPr/>
        </p:nvCxnSpPr>
        <p:spPr>
          <a:xfrm flipV="1">
            <a:off x="7608281" y="5894386"/>
            <a:ext cx="335470" cy="82296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977273" y="520419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Fusion-L1</a:t>
            </a:r>
          </a:p>
        </p:txBody>
      </p:sp>
      <p:cxnSp>
        <p:nvCxnSpPr>
          <p:cNvPr id="72" name="Connector 71"/>
          <p:cNvCxnSpPr/>
          <p:nvPr/>
        </p:nvCxnSpPr>
        <p:spPr>
          <a:xfrm flipV="1">
            <a:off x="5578491" y="5387079"/>
            <a:ext cx="313182" cy="82296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320074" y="565047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Fusion(S)-L1</a:t>
            </a:r>
          </a:p>
        </p:txBody>
      </p:sp>
      <p:cxnSp>
        <p:nvCxnSpPr>
          <p:cNvPr id="74" name="Connector 73"/>
          <p:cNvCxnSpPr/>
          <p:nvPr/>
        </p:nvCxnSpPr>
        <p:spPr>
          <a:xfrm flipV="1">
            <a:off x="5737269" y="5833358"/>
            <a:ext cx="497205" cy="146304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106463" y="471160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CNN_RNN T(O)-a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411644" y="4873986"/>
            <a:ext cx="609219" cy="20502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429516" y="6136706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CNN_RNN T(O)-b(5)</a:t>
            </a:r>
          </a:p>
        </p:txBody>
      </p:sp>
      <p:cxnSp>
        <p:nvCxnSpPr>
          <p:cNvPr id="78" name="Connector 77"/>
          <p:cNvCxnSpPr/>
          <p:nvPr/>
        </p:nvCxnSpPr>
        <p:spPr>
          <a:xfrm flipV="1">
            <a:off x="6661545" y="6319586"/>
            <a:ext cx="682371" cy="89226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389320" y="3621376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CNN_RNN T(O)-b(7)</a:t>
            </a:r>
          </a:p>
        </p:txBody>
      </p:sp>
      <p:cxnSp>
        <p:nvCxnSpPr>
          <p:cNvPr id="80" name="Connector 79"/>
          <p:cNvCxnSpPr/>
          <p:nvPr/>
        </p:nvCxnSpPr>
        <p:spPr>
          <a:xfrm flipV="1">
            <a:off x="7602489" y="3804256"/>
            <a:ext cx="701231" cy="78975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622334" y="6480311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CNN_RNN-1</a:t>
            </a:r>
          </a:p>
        </p:txBody>
      </p:sp>
      <p:cxnSp>
        <p:nvCxnSpPr>
          <p:cNvPr id="82" name="Connector 81"/>
          <p:cNvCxnSpPr/>
          <p:nvPr/>
        </p:nvCxnSpPr>
        <p:spPr>
          <a:xfrm flipV="1">
            <a:off x="7042386" y="6663191"/>
            <a:ext cx="494348" cy="73555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102116" y="6481993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CNN_RNN Scratch(GRU)-B1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4455178" y="6470634"/>
            <a:ext cx="1561338" cy="194239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857678" y="7123735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CNN_RNN Scratch(GRU)-L1</a:t>
            </a:r>
          </a:p>
        </p:txBody>
      </p:sp>
      <p:cxnSp>
        <p:nvCxnSpPr>
          <p:cNvPr id="86" name="Connector 85"/>
          <p:cNvCxnSpPr/>
          <p:nvPr/>
        </p:nvCxnSpPr>
        <p:spPr>
          <a:xfrm flipH="1" flipV="1">
            <a:off x="9772078" y="7306615"/>
            <a:ext cx="158121" cy="244674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368779" y="602501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CNN_RNN Scratch(LSTM)-B1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763561" y="6196531"/>
            <a:ext cx="1519618" cy="11359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6145316" y="71309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CNN_RNN Scratch(LSTM)-L1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037874" y="7293317"/>
            <a:ext cx="1021842" cy="20503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7445602" y="6735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Times New Roman"/>
              </a:defRPr>
            </a:pPr>
            <a:r>
              <a:t>CNN_RNN Scratch(LSTM)-Mixed1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7152994" y="6897777"/>
            <a:ext cx="1207008" cy="20503"/>
          </a:xfrm>
          <a:prstGeom prst="line">
            <a:avLst/>
          </a:prstGeom>
          <a:ln w="762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
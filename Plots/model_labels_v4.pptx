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887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ot_bg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9144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154424" y="1617725"/>
            <a:ext cx="469773" cy="66295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801237" y="1434845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Two-Stream-L1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379445" y="6065583"/>
            <a:ext cx="437769" cy="7772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94254" y="588270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Two-Stream-B1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4560842" y="4602800"/>
            <a:ext cx="592074" cy="7772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29956" y="4419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A-2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827137" y="5202668"/>
            <a:ext cx="409766" cy="196596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13943" y="50197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A-3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190180" y="4032243"/>
            <a:ext cx="592645" cy="7772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59865" y="384936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A-4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727124" y="5031144"/>
            <a:ext cx="509778" cy="14173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13942" y="484826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0619" y="6508682"/>
            <a:ext cx="569214" cy="224028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16873" y="654983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A-3 (A)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807925" y="5702938"/>
            <a:ext cx="317315" cy="7991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02280" y="552005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A-3 (B)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118136" y="6317451"/>
            <a:ext cx="316040" cy="3200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11216" y="613457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A-3 (C)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74151" y="5843738"/>
            <a:ext cx="289750" cy="5029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40941" y="571115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Mini-B1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551245" y="5733240"/>
            <a:ext cx="687514" cy="105156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15799" y="5550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Mini-L1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9894760" y="7290405"/>
            <a:ext cx="36005" cy="26060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71800" y="7107525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OG-L1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9929917" y="7510272"/>
            <a:ext cx="393659" cy="41148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00616" y="73273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OG-L2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253615" y="5402043"/>
            <a:ext cx="33146" cy="14173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63801" y="521916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Mini-B2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399397" y="2549999"/>
            <a:ext cx="333756" cy="5715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910193" y="236711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OG-B2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2532041" y="5557887"/>
            <a:ext cx="436055" cy="41148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45136" y="537500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Mini-B3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2550123" y="4342547"/>
            <a:ext cx="362902" cy="7772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090065" y="415966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Mini-B4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2621177" y="5567968"/>
            <a:ext cx="1570921" cy="9382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69138" y="53850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Mini-L2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2727124" y="5031144"/>
            <a:ext cx="398335" cy="14173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302499" y="484826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OG-B1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4076879" y="2848999"/>
            <a:ext cx="432054" cy="6629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85973" y="266611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NC-B1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044530" y="6625808"/>
            <a:ext cx="431483" cy="105156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53053" y="654808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NC-B2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4083660" y="6137095"/>
            <a:ext cx="1168658" cy="13281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429358" y="5954215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NC-L1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898042" y="6269456"/>
            <a:ext cx="920687" cy="2286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995769" y="61094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NC-L2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2225889" y="6405599"/>
            <a:ext cx="341185" cy="7772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402929" y="630044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SI-B1</a:t>
            </a:r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2210517" y="6225958"/>
            <a:ext cx="451485" cy="132588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387557" y="604307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SI-B2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209109" y="6413508"/>
            <a:ext cx="202882" cy="16916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589031" y="63997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SI-L1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2745205" y="6102403"/>
            <a:ext cx="284607" cy="7772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206852" y="591952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SI-L2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846614" y="6659309"/>
            <a:ext cx="562356" cy="2286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586010" y="649928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DI-B1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782772" y="6425962"/>
            <a:ext cx="452057" cy="12344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411869" y="636652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DI-B2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3444309" y="5329390"/>
            <a:ext cx="969264" cy="960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590613" y="514651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DI-L1</a:t>
            </a:r>
          </a:p>
        </p:txBody>
      </p:sp>
      <p:cxnSp>
        <p:nvCxnSpPr>
          <p:cNvPr id="63" name="Connector 62"/>
          <p:cNvCxnSpPr/>
          <p:nvPr/>
        </p:nvCxnSpPr>
        <p:spPr>
          <a:xfrm flipH="1" flipV="1">
            <a:off x="3779859" y="5930730"/>
            <a:ext cx="82868" cy="11430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956899" y="574785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DI-L2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7313044" y="4333353"/>
            <a:ext cx="389592" cy="6598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879676" y="415047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DIT-1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8832455" y="5760857"/>
            <a:ext cx="394906" cy="6629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404401" y="557797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DIT-2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7608281" y="5898958"/>
            <a:ext cx="301180" cy="7772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086501" y="571607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Fusion-B1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5578491" y="5391651"/>
            <a:ext cx="278321" cy="7772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033852" y="520877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Fusion-L1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5737269" y="5837930"/>
            <a:ext cx="453771" cy="14173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368080" y="565505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Fusion(S)-L1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411644" y="4873986"/>
            <a:ext cx="546926" cy="2286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135610" y="471396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T(O)-a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6661545" y="6285368"/>
            <a:ext cx="685800" cy="123444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524385" y="61024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T(O)-b(5)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7602489" y="3807793"/>
            <a:ext cx="640080" cy="75438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419609" y="362491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T(O)-b(7)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7042386" y="6727128"/>
            <a:ext cx="454914" cy="9618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674340" y="654424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CNN_RNN-1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455178" y="6470634"/>
            <a:ext cx="1443038" cy="59436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075256" y="634719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Scratch(GRU)-B1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9552622" y="7551289"/>
            <a:ext cx="377577" cy="960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729662" y="746442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Scratch(GRU)-L1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3763561" y="5935492"/>
            <a:ext cx="1149917" cy="261039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090518" y="575261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Scratch(LSTM)-B1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037874" y="7293317"/>
            <a:ext cx="917258" cy="2286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132172" y="713329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Scratch(LSTM)-L1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152994" y="6897777"/>
            <a:ext cx="1068705" cy="2286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398739" y="673775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Scratch(LSTM)-Mixed1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
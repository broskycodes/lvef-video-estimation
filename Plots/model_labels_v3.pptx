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g_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V="1">
            <a:off x="5022495" y="1115944"/>
            <a:ext cx="581677" cy="7654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81212" y="93306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Two-Stream-L1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539329" y="6251709"/>
            <a:ext cx="542049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58418" y="606882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Two-Stream-B1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287516" y="4562691"/>
            <a:ext cx="733112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97668" y="437981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140825" y="5318684"/>
            <a:ext cx="609276" cy="16365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7141" y="513580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90348" y="3903892"/>
            <a:ext cx="733820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01208" y="37210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A-4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16988" y="5057284"/>
            <a:ext cx="631212" cy="16365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5240" y="487440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47023" y="6763337"/>
            <a:ext cx="682162" cy="332584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06225" y="691304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17037" y="5925250"/>
            <a:ext cx="189104" cy="2751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83181" y="574512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(B)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501143" y="6531972"/>
            <a:ext cx="481901" cy="4751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60084" y="63490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Single-class A-3 (C)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51396" y="5995553"/>
            <a:ext cx="313483" cy="5807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41919" y="587074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Mini-B1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037423" y="5931314"/>
            <a:ext cx="794676" cy="58071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09139" y="574843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Mini-L1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0880704" y="7592055"/>
            <a:ext cx="55903" cy="37481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57744" y="740917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OG-L1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935558" y="7919833"/>
            <a:ext cx="566687" cy="4751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679285" y="773695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OG-L2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430684" y="5485545"/>
            <a:ext cx="29721" cy="16365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7445" y="530266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Mini-B2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611193" y="2192403"/>
            <a:ext cx="413260" cy="6598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01493" y="200952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OG-B2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775435" y="5570468"/>
            <a:ext cx="607860" cy="14253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60335" y="53875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Mini-B3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797824" y="4262187"/>
            <a:ext cx="449349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24213" y="407930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Mini-B4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885804" y="5634899"/>
            <a:ext cx="1990419" cy="15056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53263" y="545201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Mini-L2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016988" y="5057284"/>
            <a:ext cx="493223" cy="16365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87251" y="487440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I3D OG-B1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3688269" y="2537646"/>
            <a:ext cx="534973" cy="7654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400282" y="235476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NC-B1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48214" y="6898579"/>
            <a:ext cx="477655" cy="23755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02909" y="695325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NC-B2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3696664" y="6344839"/>
            <a:ext cx="1130024" cy="477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03728" y="61619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NC-L1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466831" y="6487112"/>
            <a:ext cx="1343802" cy="36954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987673" y="634118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NC-L2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339743" y="6644312"/>
            <a:ext cx="479070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16783" y="655117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SI-B1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1422609" y="6500236"/>
            <a:ext cx="513745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9649" y="631735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SI-B2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613787" y="6653444"/>
            <a:ext cx="104022" cy="10030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94849" y="6570867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SI-L1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039377" y="6368131"/>
            <a:ext cx="363725" cy="1583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80142" y="618525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SI-L2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4641362" y="6900306"/>
            <a:ext cx="696315" cy="36954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14717" y="671742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DI-B1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324103" y="6667824"/>
            <a:ext cx="571063" cy="13197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072206" y="661692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DI-B2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905014" y="5512517"/>
            <a:ext cx="792554" cy="1583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874608" y="534547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DI-L1</a:t>
            </a: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3399751" y="6064325"/>
            <a:ext cx="23352" cy="16365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576791" y="5881445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DI-L2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695320" y="4251571"/>
            <a:ext cx="482396" cy="7618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354756" y="40686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DIT-1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9576669" y="5899854"/>
            <a:ext cx="488977" cy="76547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242686" y="571697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 DIT-2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8060885" y="6059314"/>
            <a:ext cx="372925" cy="89744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610850" y="587643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Fusion-B1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5547579" y="5473546"/>
            <a:ext cx="344620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69239" y="529066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Fusion-L1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5744180" y="5988846"/>
            <a:ext cx="561864" cy="16365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483084" y="580596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Fusion(S)-L1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817408" y="4875818"/>
            <a:ext cx="677208" cy="2639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671656" y="471933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T(O)-a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888627" y="6558276"/>
            <a:ext cx="758587" cy="8974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824254" y="637539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T(O)-b(5)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8053714" y="3644728"/>
            <a:ext cx="792553" cy="8710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023307" y="34618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T(O)-b(7)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7360189" y="7015568"/>
            <a:ext cx="563279" cy="1110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100508" y="68326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CNN_RNN-1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156682" y="6719405"/>
            <a:ext cx="1967938" cy="2639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01660" y="656292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Scratch(GRU)-B1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10106077" y="7967194"/>
            <a:ext cx="829831" cy="18476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283117" y="7969083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Scratch(GRU)-L1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3300315" y="6027590"/>
            <a:ext cx="1706893" cy="37532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184248" y="584471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Scratch(LSTM)-B1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116392" y="7669325"/>
            <a:ext cx="1135757" cy="26396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429189" y="751284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Scratch(LSTM)-L1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497145" y="7212611"/>
            <a:ext cx="1323281" cy="26395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997466" y="705612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latin typeface="Times New Roman"/>
              </a:defRPr>
            </a:pPr>
            <a:r>
              <a:t>CNN_RNN Scratch(LSTM)-Mixed1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
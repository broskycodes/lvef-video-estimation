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144000" cx="118872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7" roundtripDataSignature="AMtx7migmx+cBN7OGBgfUGF+ncv/a2CT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lot_background_clean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18872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3998500" y="998400"/>
            <a:ext cx="137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Two-Stream-L1</a:t>
            </a:r>
            <a:endParaRPr sz="1000"/>
          </a:p>
        </p:txBody>
      </p:sp>
      <p:sp>
        <p:nvSpPr>
          <p:cNvPr id="86" name="Google Shape;86;p1"/>
          <p:cNvSpPr txBox="1"/>
          <p:nvPr/>
        </p:nvSpPr>
        <p:spPr>
          <a:xfrm>
            <a:off x="6028629" y="58888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Two-Stream-B1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3034832" y="4400083"/>
            <a:ext cx="137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Single-class A-2</a:t>
            </a:r>
            <a:endParaRPr sz="1500"/>
          </a:p>
        </p:txBody>
      </p:sp>
      <p:sp>
        <p:nvSpPr>
          <p:cNvPr id="88" name="Google Shape;88;p1"/>
          <p:cNvSpPr txBox="1"/>
          <p:nvPr/>
        </p:nvSpPr>
        <p:spPr>
          <a:xfrm>
            <a:off x="2150178" y="513509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Single-class A-3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279927" y="3772966"/>
            <a:ext cx="137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Single-class A-4</a:t>
            </a:r>
            <a:endParaRPr sz="1500"/>
          </a:p>
        </p:txBody>
      </p:sp>
      <p:sp>
        <p:nvSpPr>
          <p:cNvPr id="90" name="Google Shape;90;p1"/>
          <p:cNvSpPr txBox="1"/>
          <p:nvPr/>
        </p:nvSpPr>
        <p:spPr>
          <a:xfrm>
            <a:off x="2040982" y="490576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Single-class A-5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1979290" y="6258919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Single-class A-3 (A)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2129203" y="552366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Single-class A-3 (B)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2467894" y="6097625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Single-class A-3 (C)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1983146" y="55853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Mini-B1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2940767" y="5579929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Mini-L1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9906000" y="731478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OG-L1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9905074" y="73152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OG-L2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1524000" y="5281481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Mini-B2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825366" y="2022268"/>
            <a:ext cx="137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OG-B2</a:t>
            </a:r>
            <a:endParaRPr sz="1500"/>
          </a:p>
        </p:txBody>
      </p:sp>
      <p:sp>
        <p:nvSpPr>
          <p:cNvPr id="100" name="Google Shape;100;p1"/>
          <p:cNvSpPr txBox="1"/>
          <p:nvPr/>
        </p:nvSpPr>
        <p:spPr>
          <a:xfrm>
            <a:off x="1827989" y="5337459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Mini-B3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903631" y="4140612"/>
            <a:ext cx="137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Mini-B4</a:t>
            </a:r>
            <a:endParaRPr sz="1500"/>
          </a:p>
        </p:txBody>
      </p:sp>
      <p:sp>
        <p:nvSpPr>
          <p:cNvPr id="102" name="Google Shape;102;p1"/>
          <p:cNvSpPr txBox="1"/>
          <p:nvPr/>
        </p:nvSpPr>
        <p:spPr>
          <a:xfrm>
            <a:off x="1925309" y="540103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Mini-L2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2040982" y="490576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OG-B1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2745986" y="2388663"/>
            <a:ext cx="137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NC-B1</a:t>
            </a:r>
            <a:endParaRPr sz="1500"/>
          </a:p>
        </p:txBody>
      </p:sp>
      <p:sp>
        <p:nvSpPr>
          <p:cNvPr id="105" name="Google Shape;105;p1"/>
          <p:cNvSpPr txBox="1"/>
          <p:nvPr/>
        </p:nvSpPr>
        <p:spPr>
          <a:xfrm>
            <a:off x="3479342" y="6377567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NC-B2</a:t>
            </a:r>
            <a:endParaRPr/>
          </a:p>
        </p:txBody>
      </p:sp>
      <p:sp>
        <p:nvSpPr>
          <p:cNvPr id="106" name="Google Shape;106;p1"/>
          <p:cNvSpPr txBox="1"/>
          <p:nvPr/>
        </p:nvSpPr>
        <p:spPr>
          <a:xfrm>
            <a:off x="3522064" y="5895961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NC-L1</a:t>
            </a:r>
            <a:endParaRPr/>
          </a:p>
        </p:txBody>
      </p:sp>
      <p:sp>
        <p:nvSpPr>
          <p:cNvPr id="107" name="Google Shape;107;p1"/>
          <p:cNvSpPr txBox="1"/>
          <p:nvPr/>
        </p:nvSpPr>
        <p:spPr>
          <a:xfrm>
            <a:off x="3319404" y="6016587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NC-L2</a:t>
            </a:r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1866238" y="6154499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SI-B1</a:t>
            </a:r>
            <a:endParaRPr/>
          </a:p>
        </p:txBody>
      </p:sp>
      <p:sp>
        <p:nvSpPr>
          <p:cNvPr id="109" name="Google Shape;109;p1"/>
          <p:cNvSpPr txBox="1"/>
          <p:nvPr/>
        </p:nvSpPr>
        <p:spPr>
          <a:xfrm>
            <a:off x="1969882" y="610683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SI-B2</a:t>
            </a:r>
            <a:endParaRPr/>
          </a:p>
        </p:txBody>
      </p:sp>
      <p:sp>
        <p:nvSpPr>
          <p:cNvPr id="110" name="Google Shape;110;p1"/>
          <p:cNvSpPr txBox="1"/>
          <p:nvPr/>
        </p:nvSpPr>
        <p:spPr>
          <a:xfrm>
            <a:off x="2567219" y="616251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SI-L1</a:t>
            </a:r>
            <a:endParaRPr/>
          </a:p>
        </p:txBody>
      </p:sp>
      <p:sp>
        <p:nvSpPr>
          <p:cNvPr id="111" name="Google Shape;111;p1"/>
          <p:cNvSpPr txBox="1"/>
          <p:nvPr/>
        </p:nvSpPr>
        <p:spPr>
          <a:xfrm>
            <a:off x="2060724" y="592609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SI-L2</a:t>
            </a:r>
            <a:endParaRPr/>
          </a:p>
        </p:txBody>
      </p:sp>
      <p:sp>
        <p:nvSpPr>
          <p:cNvPr id="112" name="Google Shape;112;p1"/>
          <p:cNvSpPr txBox="1"/>
          <p:nvPr/>
        </p:nvSpPr>
        <p:spPr>
          <a:xfrm>
            <a:off x="4355066" y="6411503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DI-B1</a:t>
            </a:r>
            <a:endParaRPr/>
          </a:p>
        </p:txBody>
      </p:sp>
      <p:sp>
        <p:nvSpPr>
          <p:cNvPr id="113" name="Google Shape;113;p1"/>
          <p:cNvSpPr txBox="1"/>
          <p:nvPr/>
        </p:nvSpPr>
        <p:spPr>
          <a:xfrm>
            <a:off x="3193552" y="617512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DI-B2</a:t>
            </a:r>
            <a:endParaRPr/>
          </a:p>
        </p:txBody>
      </p:sp>
      <p:sp>
        <p:nvSpPr>
          <p:cNvPr id="114" name="Google Shape;114;p1"/>
          <p:cNvSpPr txBox="1"/>
          <p:nvPr/>
        </p:nvSpPr>
        <p:spPr>
          <a:xfrm>
            <a:off x="2824014" y="516157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DI-L1</a:t>
            </a:r>
            <a:endParaRPr/>
          </a:p>
        </p:txBody>
      </p:sp>
      <p:sp>
        <p:nvSpPr>
          <p:cNvPr id="115" name="Google Shape;115;p1"/>
          <p:cNvSpPr txBox="1"/>
          <p:nvPr/>
        </p:nvSpPr>
        <p:spPr>
          <a:xfrm>
            <a:off x="3280846" y="5789247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DI-L2</a:t>
            </a:r>
            <a:endParaRPr/>
          </a:p>
        </p:txBody>
      </p:sp>
      <p:sp>
        <p:nvSpPr>
          <p:cNvPr id="116" name="Google Shape;116;p1"/>
          <p:cNvSpPr txBox="1"/>
          <p:nvPr/>
        </p:nvSpPr>
        <p:spPr>
          <a:xfrm>
            <a:off x="7047942" y="4122181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DIT-1</a:t>
            </a:r>
            <a:endParaRPr/>
          </a:p>
        </p:txBody>
      </p:sp>
      <p:sp>
        <p:nvSpPr>
          <p:cNvPr id="117" name="Google Shape;117;p1"/>
          <p:cNvSpPr txBox="1"/>
          <p:nvPr/>
        </p:nvSpPr>
        <p:spPr>
          <a:xfrm>
            <a:off x="8706852" y="556853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DIT-2</a:t>
            </a:r>
            <a:endParaRPr/>
          </a:p>
        </p:txBody>
      </p:sp>
      <p:sp>
        <p:nvSpPr>
          <p:cNvPr id="118" name="Google Shape;118;p1"/>
          <p:cNvSpPr txBox="1"/>
          <p:nvPr/>
        </p:nvSpPr>
        <p:spPr>
          <a:xfrm>
            <a:off x="7370285" y="5720011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Fusion-B1</a:t>
            </a:r>
            <a:endParaRPr/>
          </a:p>
        </p:txBody>
      </p:sp>
      <p:sp>
        <p:nvSpPr>
          <p:cNvPr id="119" name="Google Shape;119;p1"/>
          <p:cNvSpPr txBox="1"/>
          <p:nvPr/>
        </p:nvSpPr>
        <p:spPr>
          <a:xfrm>
            <a:off x="5154138" y="520611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Fusion-L1</a:t>
            </a:r>
            <a:endParaRPr/>
          </a:p>
        </p:txBody>
      </p:sp>
      <p:sp>
        <p:nvSpPr>
          <p:cNvPr id="120" name="Google Shape;120;p1"/>
          <p:cNvSpPr txBox="1"/>
          <p:nvPr/>
        </p:nvSpPr>
        <p:spPr>
          <a:xfrm>
            <a:off x="5327494" y="5723029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Fusion(S)-L1</a:t>
            </a:r>
            <a:endParaRPr/>
          </a:p>
        </p:txBody>
      </p:sp>
      <p:sp>
        <p:nvSpPr>
          <p:cNvPr id="121" name="Google Shape;121;p1"/>
          <p:cNvSpPr txBox="1"/>
          <p:nvPr/>
        </p:nvSpPr>
        <p:spPr>
          <a:xfrm>
            <a:off x="7155596" y="460299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T(O)-a</a:t>
            </a:r>
            <a:endParaRPr/>
          </a:p>
        </p:txBody>
      </p:sp>
      <p:sp>
        <p:nvSpPr>
          <p:cNvPr id="122" name="Google Shape;122;p1"/>
          <p:cNvSpPr txBox="1"/>
          <p:nvPr/>
        </p:nvSpPr>
        <p:spPr>
          <a:xfrm>
            <a:off x="6336628" y="6157753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T(O)-b(5)</a:t>
            </a:r>
            <a:endParaRPr/>
          </a:p>
        </p:txBody>
      </p:sp>
      <p:sp>
        <p:nvSpPr>
          <p:cNvPr id="123" name="Google Shape;123;p1"/>
          <p:cNvSpPr txBox="1"/>
          <p:nvPr/>
        </p:nvSpPr>
        <p:spPr>
          <a:xfrm>
            <a:off x="7363962" y="359937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T(O)-b(7)</a:t>
            </a:r>
            <a:endParaRPr/>
          </a:p>
        </p:txBody>
      </p:sp>
      <p:sp>
        <p:nvSpPr>
          <p:cNvPr id="124" name="Google Shape;124;p1"/>
          <p:cNvSpPr txBox="1"/>
          <p:nvPr/>
        </p:nvSpPr>
        <p:spPr>
          <a:xfrm>
            <a:off x="6752435" y="648994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CNN_RNN-1</a:t>
            </a:r>
            <a:endParaRPr/>
          </a:p>
        </p:txBody>
      </p:sp>
      <p:sp>
        <p:nvSpPr>
          <p:cNvPr id="125" name="Google Shape;125;p1"/>
          <p:cNvSpPr txBox="1"/>
          <p:nvPr/>
        </p:nvSpPr>
        <p:spPr>
          <a:xfrm>
            <a:off x="3927692" y="622037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Scratch(GRU)-B1</a:t>
            </a:r>
            <a:endParaRPr/>
          </a:p>
        </p:txBody>
      </p:sp>
      <p:sp>
        <p:nvSpPr>
          <p:cNvPr id="126" name="Google Shape;126;p1"/>
          <p:cNvSpPr txBox="1"/>
          <p:nvPr/>
        </p:nvSpPr>
        <p:spPr>
          <a:xfrm>
            <a:off x="9905383" y="7315067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Scratch(GRU)-L1</a:t>
            </a:r>
            <a:endParaRPr/>
          </a:p>
        </p:txBody>
      </p:sp>
      <p:sp>
        <p:nvSpPr>
          <p:cNvPr id="127" name="Google Shape;127;p1"/>
          <p:cNvSpPr txBox="1"/>
          <p:nvPr/>
        </p:nvSpPr>
        <p:spPr>
          <a:xfrm>
            <a:off x="3172576" y="5942715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Scratch(LSTM)-B1</a:t>
            </a:r>
            <a:endParaRPr/>
          </a:p>
        </p:txBody>
      </p:sp>
      <p:sp>
        <p:nvSpPr>
          <p:cNvPr id="128" name="Google Shape;128;p1"/>
          <p:cNvSpPr txBox="1"/>
          <p:nvPr/>
        </p:nvSpPr>
        <p:spPr>
          <a:xfrm>
            <a:off x="5655698" y="705374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Scratch(LSTM)-L1</a:t>
            </a:r>
            <a:endParaRPr/>
          </a:p>
        </p:txBody>
      </p:sp>
      <p:sp>
        <p:nvSpPr>
          <p:cNvPr id="129" name="Google Shape;129;p1"/>
          <p:cNvSpPr txBox="1"/>
          <p:nvPr/>
        </p:nvSpPr>
        <p:spPr>
          <a:xfrm>
            <a:off x="6873198" y="6653069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Scratch(LSTM)-Mixed1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
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144000" cx="11887200"/>
  <p:notesSz cx="6858000" cy="9144000"/>
  <p:embeddedFontLst>
    <p:embeddedFont>
      <p:font typeface="Noto Serif Devanagari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9" roundtripDataSignature="AMtx7mhsdFPvSHoXub0bsEZvHhTSGeENM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NotoSerifDevanagari-regular.fntdata"/><Relationship Id="rId8" Type="http://schemas.openxmlformats.org/officeDocument/2006/relationships/font" Target="fonts/NotoSerifDevanagari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lot_bg_empty_v10.png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6132" y="521208"/>
            <a:ext cx="9774936" cy="810158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/>
          <p:nvPr/>
        </p:nvSpPr>
        <p:spPr>
          <a:xfrm>
            <a:off x="2120138" y="5322287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617134" y="5123402"/>
            <a:ext cx="73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Mini-B2</a:t>
            </a:r>
            <a:endParaRPr/>
          </a:p>
        </p:txBody>
      </p:sp>
      <p:cxnSp>
        <p:nvCxnSpPr>
          <p:cNvPr id="87" name="Google Shape;87;p1"/>
          <p:cNvCxnSpPr/>
          <p:nvPr/>
        </p:nvCxnSpPr>
        <p:spPr>
          <a:xfrm rot="10800000">
            <a:off x="2003450" y="5294450"/>
            <a:ext cx="117600" cy="858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88" name="Google Shape;88;p1"/>
          <p:cNvSpPr/>
          <p:nvPr/>
        </p:nvSpPr>
        <p:spPr>
          <a:xfrm>
            <a:off x="2265920" y="2385661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485452" y="2248980"/>
            <a:ext cx="75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OG-B2</a:t>
            </a:r>
            <a:endParaRPr/>
          </a:p>
        </p:txBody>
      </p:sp>
      <p:cxnSp>
        <p:nvCxnSpPr>
          <p:cNvPr id="90" name="Google Shape;90;p1"/>
          <p:cNvCxnSpPr>
            <a:stCxn id="88" idx="7"/>
          </p:cNvCxnSpPr>
          <p:nvPr/>
        </p:nvCxnSpPr>
        <p:spPr>
          <a:xfrm flipH="1" rot="10800000">
            <a:off x="2422018" y="2374943"/>
            <a:ext cx="133500" cy="375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91" name="Google Shape;91;p1"/>
          <p:cNvSpPr/>
          <p:nvPr/>
        </p:nvSpPr>
        <p:spPr>
          <a:xfrm>
            <a:off x="2398564" y="5377547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661304" y="5493404"/>
            <a:ext cx="73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Mini-B3</a:t>
            </a:r>
            <a:endParaRPr/>
          </a:p>
        </p:txBody>
      </p:sp>
      <p:cxnSp>
        <p:nvCxnSpPr>
          <p:cNvPr id="93" name="Google Shape;93;p1"/>
          <p:cNvCxnSpPr>
            <a:stCxn id="91" idx="3"/>
          </p:cNvCxnSpPr>
          <p:nvPr/>
        </p:nvCxnSpPr>
        <p:spPr>
          <a:xfrm flipH="1">
            <a:off x="2301146" y="5533645"/>
            <a:ext cx="124200" cy="591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94" name="Google Shape;94;p1"/>
          <p:cNvSpPr/>
          <p:nvPr/>
        </p:nvSpPr>
        <p:spPr>
          <a:xfrm>
            <a:off x="2416646" y="4198783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640524" y="4137404"/>
            <a:ext cx="776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Mini-B4</a:t>
            </a:r>
            <a:endParaRPr/>
          </a:p>
        </p:txBody>
      </p:sp>
      <p:cxnSp>
        <p:nvCxnSpPr>
          <p:cNvPr id="96" name="Google Shape;96;p1"/>
          <p:cNvCxnSpPr>
            <a:stCxn id="94" idx="6"/>
          </p:cNvCxnSpPr>
          <p:nvPr/>
        </p:nvCxnSpPr>
        <p:spPr>
          <a:xfrm flipH="1" rot="10800000">
            <a:off x="2599526" y="4263223"/>
            <a:ext cx="102600" cy="270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97" name="Google Shape;97;p1"/>
          <p:cNvSpPr/>
          <p:nvPr/>
        </p:nvSpPr>
        <p:spPr>
          <a:xfrm>
            <a:off x="2433597" y="6184111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689500" y="6221450"/>
            <a:ext cx="73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SI-B1</a:t>
            </a:r>
            <a:endParaRPr/>
          </a:p>
        </p:txBody>
      </p:sp>
      <p:cxnSp>
        <p:nvCxnSpPr>
          <p:cNvPr id="99" name="Google Shape;99;p1"/>
          <p:cNvCxnSpPr/>
          <p:nvPr/>
        </p:nvCxnSpPr>
        <p:spPr>
          <a:xfrm flipH="1">
            <a:off x="2265150" y="6243750"/>
            <a:ext cx="176100" cy="78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0" name="Google Shape;100;p1"/>
          <p:cNvSpPr/>
          <p:nvPr/>
        </p:nvSpPr>
        <p:spPr>
          <a:xfrm>
            <a:off x="2487700" y="5440302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 flipH="1">
            <a:off x="1753972" y="5610186"/>
            <a:ext cx="776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Mini-L2</a:t>
            </a:r>
            <a:endParaRPr/>
          </a:p>
        </p:txBody>
      </p:sp>
      <p:cxnSp>
        <p:nvCxnSpPr>
          <p:cNvPr id="102" name="Google Shape;102;p1"/>
          <p:cNvCxnSpPr>
            <a:stCxn id="100" idx="3"/>
          </p:cNvCxnSpPr>
          <p:nvPr/>
        </p:nvCxnSpPr>
        <p:spPr>
          <a:xfrm flipH="1">
            <a:off x="2387282" y="5596400"/>
            <a:ext cx="127200" cy="999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3" name="Google Shape;103;p1"/>
          <p:cNvSpPr/>
          <p:nvPr/>
        </p:nvSpPr>
        <p:spPr>
          <a:xfrm>
            <a:off x="2528525" y="6137058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1752091" y="6032588"/>
            <a:ext cx="72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SI-B2</a:t>
            </a:r>
            <a:endParaRPr/>
          </a:p>
        </p:txBody>
      </p:sp>
      <p:cxnSp>
        <p:nvCxnSpPr>
          <p:cNvPr id="105" name="Google Shape;105;p1"/>
          <p:cNvCxnSpPr>
            <a:stCxn id="103" idx="1"/>
          </p:cNvCxnSpPr>
          <p:nvPr/>
        </p:nvCxnSpPr>
        <p:spPr>
          <a:xfrm rot="10800000">
            <a:off x="2409207" y="6140740"/>
            <a:ext cx="146100" cy="231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6" name="Google Shape;106;p1"/>
          <p:cNvSpPr/>
          <p:nvPr/>
        </p:nvSpPr>
        <p:spPr>
          <a:xfrm>
            <a:off x="2537142" y="6287194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1584350" y="6409575"/>
            <a:ext cx="1247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 (A)</a:t>
            </a:r>
            <a:endParaRPr sz="1300"/>
          </a:p>
        </p:txBody>
      </p:sp>
      <p:cxnSp>
        <p:nvCxnSpPr>
          <p:cNvPr id="108" name="Google Shape;108;p1"/>
          <p:cNvCxnSpPr>
            <a:stCxn id="106" idx="2"/>
          </p:cNvCxnSpPr>
          <p:nvPr/>
        </p:nvCxnSpPr>
        <p:spPr>
          <a:xfrm flipH="1">
            <a:off x="2361642" y="6378634"/>
            <a:ext cx="175500" cy="666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09" name="Google Shape;109;p1"/>
          <p:cNvSpPr/>
          <p:nvPr/>
        </p:nvSpPr>
        <p:spPr>
          <a:xfrm>
            <a:off x="2593647" y="4951388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 txBox="1"/>
          <p:nvPr/>
        </p:nvSpPr>
        <p:spPr>
          <a:xfrm flipH="1">
            <a:off x="2759803" y="4830079"/>
            <a:ext cx="114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OG-B1</a:t>
            </a:r>
            <a:endParaRPr/>
          </a:p>
        </p:txBody>
      </p:sp>
      <p:cxnSp>
        <p:nvCxnSpPr>
          <p:cNvPr id="111" name="Google Shape;111;p1"/>
          <p:cNvCxnSpPr>
            <a:stCxn id="109" idx="7"/>
          </p:cNvCxnSpPr>
          <p:nvPr/>
        </p:nvCxnSpPr>
        <p:spPr>
          <a:xfrm flipH="1" rot="10800000">
            <a:off x="2749745" y="4949370"/>
            <a:ext cx="79800" cy="288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12" name="Google Shape;112;p1"/>
          <p:cNvSpPr/>
          <p:nvPr/>
        </p:nvSpPr>
        <p:spPr>
          <a:xfrm>
            <a:off x="2611728" y="5958639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1866976" y="5899332"/>
            <a:ext cx="72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SI-L2</a:t>
            </a:r>
            <a:endParaRPr/>
          </a:p>
        </p:txBody>
      </p:sp>
      <p:cxnSp>
        <p:nvCxnSpPr>
          <p:cNvPr id="114" name="Google Shape;114;p1"/>
          <p:cNvCxnSpPr>
            <a:stCxn id="112" idx="2"/>
          </p:cNvCxnSpPr>
          <p:nvPr/>
        </p:nvCxnSpPr>
        <p:spPr>
          <a:xfrm rot="10800000">
            <a:off x="2513928" y="6016179"/>
            <a:ext cx="97800" cy="339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15" name="Google Shape;115;p1"/>
          <p:cNvSpPr/>
          <p:nvPr/>
        </p:nvSpPr>
        <p:spPr>
          <a:xfrm>
            <a:off x="2674448" y="5561364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2803960" y="5398741"/>
            <a:ext cx="1828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 (B)</a:t>
            </a:r>
            <a:endParaRPr/>
          </a:p>
        </p:txBody>
      </p:sp>
      <p:cxnSp>
        <p:nvCxnSpPr>
          <p:cNvPr id="117" name="Google Shape;117;p1"/>
          <p:cNvCxnSpPr/>
          <p:nvPr/>
        </p:nvCxnSpPr>
        <p:spPr>
          <a:xfrm flipH="1" rot="10800000">
            <a:off x="2802975" y="5518550"/>
            <a:ext cx="78300" cy="492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18" name="Google Shape;118;p1"/>
          <p:cNvSpPr/>
          <p:nvPr/>
        </p:nvSpPr>
        <p:spPr>
          <a:xfrm>
            <a:off x="2693660" y="5177776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2890800" y="5004363"/>
            <a:ext cx="104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</a:t>
            </a:r>
            <a:endParaRPr/>
          </a:p>
        </p:txBody>
      </p:sp>
      <p:cxnSp>
        <p:nvCxnSpPr>
          <p:cNvPr id="120" name="Google Shape;120;p1"/>
          <p:cNvCxnSpPr>
            <a:stCxn id="118" idx="0"/>
          </p:cNvCxnSpPr>
          <p:nvPr/>
        </p:nvCxnSpPr>
        <p:spPr>
          <a:xfrm flipH="1" rot="10800000">
            <a:off x="2785100" y="5129476"/>
            <a:ext cx="178200" cy="483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1" name="Google Shape;121;p1"/>
          <p:cNvSpPr/>
          <p:nvPr/>
        </p:nvSpPr>
        <p:spPr>
          <a:xfrm>
            <a:off x="2984659" y="6127967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 txBox="1"/>
          <p:nvPr/>
        </p:nvSpPr>
        <p:spPr>
          <a:xfrm>
            <a:off x="2525669" y="6482193"/>
            <a:ext cx="1828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A-3 (C)</a:t>
            </a:r>
            <a:endParaRPr sz="1300"/>
          </a:p>
        </p:txBody>
      </p:sp>
      <p:cxnSp>
        <p:nvCxnSpPr>
          <p:cNvPr id="123" name="Google Shape;123;p1"/>
          <p:cNvCxnSpPr>
            <a:stCxn id="121" idx="3"/>
          </p:cNvCxnSpPr>
          <p:nvPr/>
        </p:nvCxnSpPr>
        <p:spPr>
          <a:xfrm flipH="1">
            <a:off x="2892641" y="6284065"/>
            <a:ext cx="118800" cy="2427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4" name="Google Shape;124;p1"/>
          <p:cNvSpPr/>
          <p:nvPr/>
        </p:nvSpPr>
        <p:spPr>
          <a:xfrm>
            <a:off x="3056703" y="3888479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3247131" y="3768058"/>
            <a:ext cx="114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A-4</a:t>
            </a:r>
            <a:endParaRPr/>
          </a:p>
        </p:txBody>
      </p:sp>
      <p:cxnSp>
        <p:nvCxnSpPr>
          <p:cNvPr id="126" name="Google Shape;126;p1"/>
          <p:cNvCxnSpPr>
            <a:stCxn id="124" idx="7"/>
          </p:cNvCxnSpPr>
          <p:nvPr/>
        </p:nvCxnSpPr>
        <p:spPr>
          <a:xfrm flipH="1" rot="10800000">
            <a:off x="3212801" y="3882261"/>
            <a:ext cx="94200" cy="330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27" name="Google Shape;127;p1"/>
          <p:cNvSpPr/>
          <p:nvPr/>
        </p:nvSpPr>
        <p:spPr>
          <a:xfrm>
            <a:off x="3075632" y="6192020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 txBox="1"/>
          <p:nvPr/>
        </p:nvSpPr>
        <p:spPr>
          <a:xfrm>
            <a:off x="3053955" y="6350738"/>
            <a:ext cx="731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SI-L1</a:t>
            </a:r>
            <a:endParaRPr/>
          </a:p>
        </p:txBody>
      </p:sp>
      <p:cxnSp>
        <p:nvCxnSpPr>
          <p:cNvPr id="129" name="Google Shape;129;p1"/>
          <p:cNvCxnSpPr>
            <a:stCxn id="127" idx="5"/>
          </p:cNvCxnSpPr>
          <p:nvPr/>
        </p:nvCxnSpPr>
        <p:spPr>
          <a:xfrm>
            <a:off x="3231730" y="6348118"/>
            <a:ext cx="108300" cy="555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0" name="Google Shape;130;p1"/>
          <p:cNvSpPr/>
          <p:nvPr/>
        </p:nvSpPr>
        <p:spPr>
          <a:xfrm>
            <a:off x="3310832" y="5203914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"/>
          <p:cNvSpPr txBox="1"/>
          <p:nvPr/>
        </p:nvSpPr>
        <p:spPr>
          <a:xfrm>
            <a:off x="3570508" y="5160668"/>
            <a:ext cx="75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DI-L1</a:t>
            </a:r>
            <a:endParaRPr/>
          </a:p>
        </p:txBody>
      </p:sp>
      <p:cxnSp>
        <p:nvCxnSpPr>
          <p:cNvPr id="132" name="Google Shape;132;p1"/>
          <p:cNvCxnSpPr>
            <a:stCxn id="130" idx="6"/>
          </p:cNvCxnSpPr>
          <p:nvPr/>
        </p:nvCxnSpPr>
        <p:spPr>
          <a:xfrm flipH="1" rot="10800000">
            <a:off x="3493712" y="5277654"/>
            <a:ext cx="150600" cy="177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3" name="Google Shape;133;p1"/>
          <p:cNvSpPr/>
          <p:nvPr/>
        </p:nvSpPr>
        <p:spPr>
          <a:xfrm>
            <a:off x="3417768" y="5616908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3753726" y="5516536"/>
            <a:ext cx="776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Mini-L1</a:t>
            </a:r>
            <a:endParaRPr/>
          </a:p>
        </p:txBody>
      </p:sp>
      <p:cxnSp>
        <p:nvCxnSpPr>
          <p:cNvPr id="135" name="Google Shape;135;p1"/>
          <p:cNvCxnSpPr>
            <a:stCxn id="133" idx="6"/>
          </p:cNvCxnSpPr>
          <p:nvPr/>
        </p:nvCxnSpPr>
        <p:spPr>
          <a:xfrm flipH="1" rot="10800000">
            <a:off x="3600648" y="5641748"/>
            <a:ext cx="221700" cy="666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6" name="Google Shape;136;p1"/>
          <p:cNvSpPr/>
          <p:nvPr/>
        </p:nvSpPr>
        <p:spPr>
          <a:xfrm>
            <a:off x="3630084" y="5975043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2812017" y="5738916"/>
            <a:ext cx="1001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Scratch(LSTM)-B1</a:t>
            </a:r>
            <a:endParaRPr sz="1300"/>
          </a:p>
        </p:txBody>
      </p:sp>
      <p:cxnSp>
        <p:nvCxnSpPr>
          <p:cNvPr id="138" name="Google Shape;138;p1"/>
          <p:cNvCxnSpPr/>
          <p:nvPr/>
        </p:nvCxnSpPr>
        <p:spPr>
          <a:xfrm rot="10800000">
            <a:off x="3602450" y="5980300"/>
            <a:ext cx="54000" cy="225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39" name="Google Shape;139;p1"/>
          <p:cNvSpPr/>
          <p:nvPr/>
        </p:nvSpPr>
        <p:spPr>
          <a:xfrm>
            <a:off x="3649295" y="6204474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"/>
          <p:cNvSpPr txBox="1"/>
          <p:nvPr/>
        </p:nvSpPr>
        <p:spPr>
          <a:xfrm>
            <a:off x="3974679" y="6076784"/>
            <a:ext cx="75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DI-B2</a:t>
            </a:r>
            <a:endParaRPr/>
          </a:p>
        </p:txBody>
      </p:sp>
      <p:cxnSp>
        <p:nvCxnSpPr>
          <p:cNvPr id="141" name="Google Shape;141;p1"/>
          <p:cNvCxnSpPr>
            <a:stCxn id="139" idx="6"/>
          </p:cNvCxnSpPr>
          <p:nvPr/>
        </p:nvCxnSpPr>
        <p:spPr>
          <a:xfrm flipH="1" rot="10800000">
            <a:off x="3832175" y="6197514"/>
            <a:ext cx="217500" cy="984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42" name="Google Shape;142;p1"/>
          <p:cNvSpPr/>
          <p:nvPr/>
        </p:nvSpPr>
        <p:spPr>
          <a:xfrm>
            <a:off x="3729250" y="5823542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"/>
          <p:cNvSpPr txBox="1"/>
          <p:nvPr/>
        </p:nvSpPr>
        <p:spPr>
          <a:xfrm>
            <a:off x="3889460" y="5636749"/>
            <a:ext cx="75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DI-L2</a:t>
            </a:r>
            <a:endParaRPr/>
          </a:p>
        </p:txBody>
      </p:sp>
      <p:cxnSp>
        <p:nvCxnSpPr>
          <p:cNvPr id="144" name="Google Shape;144;p1"/>
          <p:cNvCxnSpPr>
            <a:stCxn id="142" idx="0"/>
          </p:cNvCxnSpPr>
          <p:nvPr/>
        </p:nvCxnSpPr>
        <p:spPr>
          <a:xfrm flipH="1" rot="10800000">
            <a:off x="3820690" y="5757542"/>
            <a:ext cx="123000" cy="660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45" name="Google Shape;145;p1"/>
          <p:cNvSpPr/>
          <p:nvPr/>
        </p:nvSpPr>
        <p:spPr>
          <a:xfrm>
            <a:off x="3764565" y="6047968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"/>
          <p:cNvSpPr txBox="1"/>
          <p:nvPr/>
        </p:nvSpPr>
        <p:spPr>
          <a:xfrm>
            <a:off x="3931052" y="5749223"/>
            <a:ext cx="84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NC-L2</a:t>
            </a:r>
            <a:endParaRPr/>
          </a:p>
        </p:txBody>
      </p:sp>
      <p:cxnSp>
        <p:nvCxnSpPr>
          <p:cNvPr id="147" name="Google Shape;147;p1"/>
          <p:cNvCxnSpPr>
            <a:stCxn id="145" idx="0"/>
          </p:cNvCxnSpPr>
          <p:nvPr/>
        </p:nvCxnSpPr>
        <p:spPr>
          <a:xfrm flipH="1" rot="10800000">
            <a:off x="3856005" y="5869768"/>
            <a:ext cx="143700" cy="1782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48" name="Google Shape;148;p1"/>
          <p:cNvSpPr/>
          <p:nvPr/>
        </p:nvSpPr>
        <p:spPr>
          <a:xfrm>
            <a:off x="3911053" y="6404320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"/>
          <p:cNvSpPr txBox="1"/>
          <p:nvPr/>
        </p:nvSpPr>
        <p:spPr>
          <a:xfrm>
            <a:off x="3171251" y="6590307"/>
            <a:ext cx="84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NC-B2</a:t>
            </a:r>
            <a:endParaRPr/>
          </a:p>
        </p:txBody>
      </p:sp>
      <p:cxnSp>
        <p:nvCxnSpPr>
          <p:cNvPr id="150" name="Google Shape;150;p1"/>
          <p:cNvCxnSpPr>
            <a:stCxn id="148" idx="3"/>
          </p:cNvCxnSpPr>
          <p:nvPr/>
        </p:nvCxnSpPr>
        <p:spPr>
          <a:xfrm flipH="1">
            <a:off x="3874535" y="6560418"/>
            <a:ext cx="63300" cy="798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51" name="Google Shape;151;p1"/>
          <p:cNvSpPr/>
          <p:nvPr/>
        </p:nvSpPr>
        <p:spPr>
          <a:xfrm>
            <a:off x="3943402" y="2693805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"/>
          <p:cNvSpPr txBox="1"/>
          <p:nvPr/>
        </p:nvSpPr>
        <p:spPr>
          <a:xfrm>
            <a:off x="4117740" y="2564858"/>
            <a:ext cx="811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NC-B1</a:t>
            </a:r>
            <a:endParaRPr/>
          </a:p>
        </p:txBody>
      </p:sp>
      <p:cxnSp>
        <p:nvCxnSpPr>
          <p:cNvPr id="153" name="Google Shape;153;p1"/>
          <p:cNvCxnSpPr>
            <a:stCxn id="151" idx="7"/>
          </p:cNvCxnSpPr>
          <p:nvPr/>
        </p:nvCxnSpPr>
        <p:spPr>
          <a:xfrm flipH="1" rot="10800000">
            <a:off x="4099500" y="2683987"/>
            <a:ext cx="96000" cy="366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54" name="Google Shape;154;p1"/>
          <p:cNvSpPr/>
          <p:nvPr/>
        </p:nvSpPr>
        <p:spPr>
          <a:xfrm>
            <a:off x="3948985" y="5924755"/>
            <a:ext cx="183000" cy="18300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"/>
          <p:cNvSpPr txBox="1"/>
          <p:nvPr/>
        </p:nvSpPr>
        <p:spPr>
          <a:xfrm>
            <a:off x="4203791" y="5876228"/>
            <a:ext cx="775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NC-L1</a:t>
            </a:r>
            <a:endParaRPr/>
          </a:p>
        </p:txBody>
      </p:sp>
      <p:cxnSp>
        <p:nvCxnSpPr>
          <p:cNvPr id="156" name="Google Shape;156;p1"/>
          <p:cNvCxnSpPr>
            <a:stCxn id="154" idx="6"/>
          </p:cNvCxnSpPr>
          <p:nvPr/>
        </p:nvCxnSpPr>
        <p:spPr>
          <a:xfrm flipH="1" rot="10800000">
            <a:off x="4131985" y="5991955"/>
            <a:ext cx="144300" cy="243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57" name="Google Shape;157;p1"/>
          <p:cNvSpPr/>
          <p:nvPr/>
        </p:nvSpPr>
        <p:spPr>
          <a:xfrm>
            <a:off x="4321701" y="6249146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"/>
          <p:cNvSpPr txBox="1"/>
          <p:nvPr/>
        </p:nvSpPr>
        <p:spPr>
          <a:xfrm>
            <a:off x="4586900" y="6192225"/>
            <a:ext cx="145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Scratch(GRU)-B1</a:t>
            </a:r>
            <a:endParaRPr/>
          </a:p>
        </p:txBody>
      </p:sp>
      <p:cxnSp>
        <p:nvCxnSpPr>
          <p:cNvPr id="159" name="Google Shape;159;p1"/>
          <p:cNvCxnSpPr>
            <a:stCxn id="157" idx="6"/>
          </p:cNvCxnSpPr>
          <p:nvPr/>
        </p:nvCxnSpPr>
        <p:spPr>
          <a:xfrm flipH="1" rot="10800000">
            <a:off x="4504581" y="6304886"/>
            <a:ext cx="149100" cy="357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0" name="Google Shape;160;p1"/>
          <p:cNvSpPr/>
          <p:nvPr/>
        </p:nvSpPr>
        <p:spPr>
          <a:xfrm>
            <a:off x="4427365" y="4459036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"/>
          <p:cNvSpPr txBox="1"/>
          <p:nvPr/>
        </p:nvSpPr>
        <p:spPr>
          <a:xfrm>
            <a:off x="4607126" y="4319392"/>
            <a:ext cx="1083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Single-class A-2</a:t>
            </a:r>
            <a:endParaRPr/>
          </a:p>
        </p:txBody>
      </p:sp>
      <p:cxnSp>
        <p:nvCxnSpPr>
          <p:cNvPr id="162" name="Google Shape;162;p1"/>
          <p:cNvCxnSpPr>
            <a:stCxn id="160" idx="7"/>
          </p:cNvCxnSpPr>
          <p:nvPr/>
        </p:nvCxnSpPr>
        <p:spPr>
          <a:xfrm flipH="1" rot="10800000">
            <a:off x="4583463" y="4456418"/>
            <a:ext cx="86400" cy="294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3" name="Google Shape;163;p1"/>
          <p:cNvSpPr/>
          <p:nvPr/>
        </p:nvSpPr>
        <p:spPr>
          <a:xfrm>
            <a:off x="4713137" y="6437821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"/>
          <p:cNvSpPr txBox="1"/>
          <p:nvPr/>
        </p:nvSpPr>
        <p:spPr>
          <a:xfrm>
            <a:off x="5006784" y="6386918"/>
            <a:ext cx="84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DI-B1</a:t>
            </a:r>
            <a:endParaRPr/>
          </a:p>
        </p:txBody>
      </p:sp>
      <p:cxnSp>
        <p:nvCxnSpPr>
          <p:cNvPr id="165" name="Google Shape;165;p1"/>
          <p:cNvCxnSpPr>
            <a:stCxn id="163" idx="6"/>
          </p:cNvCxnSpPr>
          <p:nvPr/>
        </p:nvCxnSpPr>
        <p:spPr>
          <a:xfrm flipH="1" rot="10800000">
            <a:off x="4896017" y="6508261"/>
            <a:ext cx="178800" cy="210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6" name="Google Shape;166;p1"/>
          <p:cNvSpPr/>
          <p:nvPr/>
        </p:nvSpPr>
        <p:spPr>
          <a:xfrm>
            <a:off x="5020947" y="1462531"/>
            <a:ext cx="182880" cy="182880"/>
          </a:xfrm>
          <a:prstGeom prst="ellipse">
            <a:avLst/>
          </a:prstGeom>
          <a:solidFill>
            <a:srgbClr val="2980B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"/>
          <p:cNvSpPr txBox="1"/>
          <p:nvPr/>
        </p:nvSpPr>
        <p:spPr>
          <a:xfrm>
            <a:off x="5204014" y="1327567"/>
            <a:ext cx="84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Two-Stream-L1</a:t>
            </a:r>
            <a:endParaRPr/>
          </a:p>
        </p:txBody>
      </p:sp>
      <p:cxnSp>
        <p:nvCxnSpPr>
          <p:cNvPr id="168" name="Google Shape;168;p1"/>
          <p:cNvCxnSpPr>
            <a:stCxn id="166" idx="7"/>
          </p:cNvCxnSpPr>
          <p:nvPr/>
        </p:nvCxnSpPr>
        <p:spPr>
          <a:xfrm flipH="1" rot="10800000">
            <a:off x="5177045" y="1452713"/>
            <a:ext cx="106500" cy="366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69" name="Google Shape;169;p1"/>
          <p:cNvSpPr/>
          <p:nvPr/>
        </p:nvSpPr>
        <p:spPr>
          <a:xfrm>
            <a:off x="5445014" y="5247887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"/>
          <p:cNvSpPr txBox="1"/>
          <p:nvPr/>
        </p:nvSpPr>
        <p:spPr>
          <a:xfrm>
            <a:off x="5616236" y="5133888"/>
            <a:ext cx="63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Fusion-L1</a:t>
            </a:r>
            <a:endParaRPr/>
          </a:p>
        </p:txBody>
      </p:sp>
      <p:cxnSp>
        <p:nvCxnSpPr>
          <p:cNvPr id="171" name="Google Shape;171;p1"/>
          <p:cNvCxnSpPr>
            <a:stCxn id="169" idx="7"/>
          </p:cNvCxnSpPr>
          <p:nvPr/>
        </p:nvCxnSpPr>
        <p:spPr>
          <a:xfrm flipH="1" rot="10800000">
            <a:off x="5601112" y="5250369"/>
            <a:ext cx="90600" cy="243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72" name="Google Shape;172;p1"/>
          <p:cNvSpPr/>
          <p:nvPr/>
        </p:nvSpPr>
        <p:spPr>
          <a:xfrm>
            <a:off x="5603792" y="5758174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5777495" y="5625917"/>
            <a:ext cx="75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Fusion(S)-L1</a:t>
            </a:r>
            <a:endParaRPr/>
          </a:p>
        </p:txBody>
      </p:sp>
      <p:cxnSp>
        <p:nvCxnSpPr>
          <p:cNvPr id="174" name="Google Shape;174;p1"/>
          <p:cNvCxnSpPr>
            <a:stCxn id="172" idx="7"/>
          </p:cNvCxnSpPr>
          <p:nvPr/>
        </p:nvCxnSpPr>
        <p:spPr>
          <a:xfrm flipH="1" rot="10800000">
            <a:off x="5759890" y="5751356"/>
            <a:ext cx="87900" cy="336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75" name="Google Shape;175;p1"/>
          <p:cNvSpPr/>
          <p:nvPr/>
        </p:nvSpPr>
        <p:spPr>
          <a:xfrm>
            <a:off x="5904397" y="7071829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"/>
          <p:cNvSpPr txBox="1"/>
          <p:nvPr/>
        </p:nvSpPr>
        <p:spPr>
          <a:xfrm>
            <a:off x="6067343" y="6952852"/>
            <a:ext cx="149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Scratch(LSTM)-L1</a:t>
            </a:r>
            <a:endParaRPr/>
          </a:p>
        </p:txBody>
      </p:sp>
      <p:cxnSp>
        <p:nvCxnSpPr>
          <p:cNvPr id="177" name="Google Shape;177;p1"/>
          <p:cNvCxnSpPr>
            <a:stCxn id="175" idx="7"/>
          </p:cNvCxnSpPr>
          <p:nvPr/>
        </p:nvCxnSpPr>
        <p:spPr>
          <a:xfrm flipH="1" rot="10800000">
            <a:off x="6060495" y="7074611"/>
            <a:ext cx="70200" cy="240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78" name="Google Shape;178;p1"/>
          <p:cNvSpPr/>
          <p:nvPr/>
        </p:nvSpPr>
        <p:spPr>
          <a:xfrm>
            <a:off x="6245968" y="5921819"/>
            <a:ext cx="182880" cy="182880"/>
          </a:xfrm>
          <a:prstGeom prst="ellipse">
            <a:avLst/>
          </a:prstGeom>
          <a:solidFill>
            <a:srgbClr val="2980B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"/>
          <p:cNvSpPr txBox="1"/>
          <p:nvPr/>
        </p:nvSpPr>
        <p:spPr>
          <a:xfrm>
            <a:off x="6429534" y="5773415"/>
            <a:ext cx="863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Two-Stream-B1</a:t>
            </a:r>
            <a:endParaRPr/>
          </a:p>
        </p:txBody>
      </p:sp>
      <p:cxnSp>
        <p:nvCxnSpPr>
          <p:cNvPr id="180" name="Google Shape;180;p1"/>
          <p:cNvCxnSpPr>
            <a:stCxn id="178" idx="7"/>
          </p:cNvCxnSpPr>
          <p:nvPr/>
        </p:nvCxnSpPr>
        <p:spPr>
          <a:xfrm flipH="1" rot="10800000">
            <a:off x="6402066" y="5899701"/>
            <a:ext cx="99600" cy="489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1" name="Google Shape;181;p1"/>
          <p:cNvSpPr/>
          <p:nvPr/>
        </p:nvSpPr>
        <p:spPr>
          <a:xfrm>
            <a:off x="6528068" y="6187324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"/>
          <p:cNvSpPr txBox="1"/>
          <p:nvPr/>
        </p:nvSpPr>
        <p:spPr>
          <a:xfrm>
            <a:off x="6693752" y="6069923"/>
            <a:ext cx="1142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T(O)-b(5)</a:t>
            </a:r>
            <a:endParaRPr/>
          </a:p>
        </p:txBody>
      </p:sp>
      <p:cxnSp>
        <p:nvCxnSpPr>
          <p:cNvPr id="183" name="Google Shape;183;p1"/>
          <p:cNvCxnSpPr>
            <a:stCxn id="181" idx="7"/>
          </p:cNvCxnSpPr>
          <p:nvPr/>
        </p:nvCxnSpPr>
        <p:spPr>
          <a:xfrm flipH="1" rot="10800000">
            <a:off x="6684166" y="6185606"/>
            <a:ext cx="78600" cy="285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4" name="Google Shape;184;p1"/>
          <p:cNvSpPr/>
          <p:nvPr/>
        </p:nvSpPr>
        <p:spPr>
          <a:xfrm>
            <a:off x="6908909" y="6515258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"/>
          <p:cNvSpPr txBox="1"/>
          <p:nvPr/>
        </p:nvSpPr>
        <p:spPr>
          <a:xfrm>
            <a:off x="7074505" y="6373114"/>
            <a:ext cx="75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CNN_RNN-1</a:t>
            </a:r>
            <a:endParaRPr/>
          </a:p>
        </p:txBody>
      </p:sp>
      <p:cxnSp>
        <p:nvCxnSpPr>
          <p:cNvPr id="186" name="Google Shape;186;p1"/>
          <p:cNvCxnSpPr>
            <a:stCxn id="184" idx="7"/>
          </p:cNvCxnSpPr>
          <p:nvPr/>
        </p:nvCxnSpPr>
        <p:spPr>
          <a:xfrm flipH="1" rot="10800000">
            <a:off x="7065007" y="6510840"/>
            <a:ext cx="75600" cy="312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87" name="Google Shape;187;p1"/>
          <p:cNvSpPr/>
          <p:nvPr/>
        </p:nvSpPr>
        <p:spPr>
          <a:xfrm>
            <a:off x="7019517" y="6676289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"/>
          <p:cNvSpPr txBox="1"/>
          <p:nvPr/>
        </p:nvSpPr>
        <p:spPr>
          <a:xfrm>
            <a:off x="7192025" y="6554399"/>
            <a:ext cx="1695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Scratch(LSTM)-Mixed1</a:t>
            </a:r>
            <a:endParaRPr/>
          </a:p>
        </p:txBody>
      </p:sp>
      <p:cxnSp>
        <p:nvCxnSpPr>
          <p:cNvPr id="189" name="Google Shape;189;p1"/>
          <p:cNvCxnSpPr>
            <a:stCxn id="187" idx="7"/>
          </p:cNvCxnSpPr>
          <p:nvPr/>
        </p:nvCxnSpPr>
        <p:spPr>
          <a:xfrm flipH="1" rot="10800000">
            <a:off x="7175615" y="6673671"/>
            <a:ext cx="82800" cy="294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0" name="Google Shape;190;p1"/>
          <p:cNvSpPr/>
          <p:nvPr/>
        </p:nvSpPr>
        <p:spPr>
          <a:xfrm>
            <a:off x="7179567" y="4177849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"/>
          <p:cNvSpPr txBox="1"/>
          <p:nvPr/>
        </p:nvSpPr>
        <p:spPr>
          <a:xfrm>
            <a:off x="7361239" y="4047824"/>
            <a:ext cx="75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DIT-1</a:t>
            </a:r>
            <a:endParaRPr/>
          </a:p>
        </p:txBody>
      </p:sp>
      <p:cxnSp>
        <p:nvCxnSpPr>
          <p:cNvPr id="192" name="Google Shape;192;p1"/>
          <p:cNvCxnSpPr>
            <a:stCxn id="190" idx="7"/>
          </p:cNvCxnSpPr>
          <p:nvPr/>
        </p:nvCxnSpPr>
        <p:spPr>
          <a:xfrm flipH="1" rot="10800000">
            <a:off x="7335665" y="4165031"/>
            <a:ext cx="88500" cy="396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3" name="Google Shape;193;p1"/>
          <p:cNvSpPr/>
          <p:nvPr/>
        </p:nvSpPr>
        <p:spPr>
          <a:xfrm>
            <a:off x="7278167" y="4652498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"/>
          <p:cNvSpPr txBox="1"/>
          <p:nvPr/>
        </p:nvSpPr>
        <p:spPr>
          <a:xfrm>
            <a:off x="7487464" y="4519410"/>
            <a:ext cx="1041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T(O)-a</a:t>
            </a:r>
            <a:endParaRPr/>
          </a:p>
        </p:txBody>
      </p:sp>
      <p:cxnSp>
        <p:nvCxnSpPr>
          <p:cNvPr id="195" name="Google Shape;195;p1"/>
          <p:cNvCxnSpPr>
            <a:stCxn id="193" idx="7"/>
          </p:cNvCxnSpPr>
          <p:nvPr/>
        </p:nvCxnSpPr>
        <p:spPr>
          <a:xfrm flipH="1" rot="10800000">
            <a:off x="7434265" y="4646280"/>
            <a:ext cx="116100" cy="330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6" name="Google Shape;196;p1"/>
          <p:cNvSpPr/>
          <p:nvPr/>
        </p:nvSpPr>
        <p:spPr>
          <a:xfrm>
            <a:off x="7469012" y="3661743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"/>
          <p:cNvSpPr txBox="1"/>
          <p:nvPr/>
        </p:nvSpPr>
        <p:spPr>
          <a:xfrm>
            <a:off x="7647167" y="3547140"/>
            <a:ext cx="1101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T(O)-b(7)</a:t>
            </a:r>
            <a:endParaRPr/>
          </a:p>
        </p:txBody>
      </p:sp>
      <p:cxnSp>
        <p:nvCxnSpPr>
          <p:cNvPr id="198" name="Google Shape;198;p1"/>
          <p:cNvCxnSpPr>
            <a:stCxn id="196" idx="7"/>
          </p:cNvCxnSpPr>
          <p:nvPr/>
        </p:nvCxnSpPr>
        <p:spPr>
          <a:xfrm flipH="1" rot="10800000">
            <a:off x="7625110" y="3673825"/>
            <a:ext cx="84600" cy="147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199" name="Google Shape;199;p1"/>
          <p:cNvSpPr/>
          <p:nvPr/>
        </p:nvSpPr>
        <p:spPr>
          <a:xfrm>
            <a:off x="7474804" y="5755194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"/>
          <p:cNvSpPr txBox="1"/>
          <p:nvPr/>
        </p:nvSpPr>
        <p:spPr>
          <a:xfrm>
            <a:off x="7667334" y="5621544"/>
            <a:ext cx="63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Fusion-B1</a:t>
            </a:r>
            <a:endParaRPr/>
          </a:p>
        </p:txBody>
      </p:sp>
      <p:cxnSp>
        <p:nvCxnSpPr>
          <p:cNvPr id="201" name="Google Shape;201;p1"/>
          <p:cNvCxnSpPr>
            <a:stCxn id="199" idx="7"/>
          </p:cNvCxnSpPr>
          <p:nvPr/>
        </p:nvCxnSpPr>
        <p:spPr>
          <a:xfrm flipH="1" rot="10800000">
            <a:off x="7630902" y="5738776"/>
            <a:ext cx="98100" cy="432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02" name="Google Shape;202;p1"/>
          <p:cNvSpPr/>
          <p:nvPr/>
        </p:nvSpPr>
        <p:spPr>
          <a:xfrm>
            <a:off x="8698978" y="5605663"/>
            <a:ext cx="182880" cy="182880"/>
          </a:xfrm>
          <a:prstGeom prst="ellipse">
            <a:avLst/>
          </a:prstGeom>
          <a:solidFill>
            <a:srgbClr val="8E44AD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"/>
          <p:cNvSpPr txBox="1"/>
          <p:nvPr/>
        </p:nvSpPr>
        <p:spPr>
          <a:xfrm>
            <a:off x="8880871" y="5478734"/>
            <a:ext cx="732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 DIT-2</a:t>
            </a:r>
            <a:endParaRPr/>
          </a:p>
        </p:txBody>
      </p:sp>
      <p:cxnSp>
        <p:nvCxnSpPr>
          <p:cNvPr id="204" name="Google Shape;204;p1"/>
          <p:cNvCxnSpPr>
            <a:stCxn id="202" idx="7"/>
          </p:cNvCxnSpPr>
          <p:nvPr/>
        </p:nvCxnSpPr>
        <p:spPr>
          <a:xfrm flipH="1" rot="10800000">
            <a:off x="8855076" y="5602145"/>
            <a:ext cx="95700" cy="303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05" name="Google Shape;205;p1"/>
          <p:cNvSpPr/>
          <p:nvPr/>
        </p:nvSpPr>
        <p:spPr>
          <a:xfrm>
            <a:off x="9796440" y="7329932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"/>
          <p:cNvSpPr txBox="1"/>
          <p:nvPr/>
        </p:nvSpPr>
        <p:spPr>
          <a:xfrm>
            <a:off x="9906161" y="7147304"/>
            <a:ext cx="666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OG-L2</a:t>
            </a:r>
            <a:endParaRPr/>
          </a:p>
        </p:txBody>
      </p:sp>
      <p:cxnSp>
        <p:nvCxnSpPr>
          <p:cNvPr id="207" name="Google Shape;207;p1"/>
          <p:cNvCxnSpPr>
            <a:stCxn id="208" idx="7"/>
          </p:cNvCxnSpPr>
          <p:nvPr/>
        </p:nvCxnSpPr>
        <p:spPr>
          <a:xfrm flipH="1" rot="10800000">
            <a:off x="9953385" y="7309803"/>
            <a:ext cx="37200" cy="465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09" name="Google Shape;209;p1"/>
          <p:cNvSpPr/>
          <p:nvPr/>
        </p:nvSpPr>
        <p:spPr>
          <a:xfrm>
            <a:off x="9796722" y="7329801"/>
            <a:ext cx="182880" cy="182880"/>
          </a:xfrm>
          <a:prstGeom prst="ellipse">
            <a:avLst/>
          </a:prstGeom>
          <a:solidFill>
            <a:srgbClr val="D354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"/>
          <p:cNvSpPr txBox="1"/>
          <p:nvPr/>
        </p:nvSpPr>
        <p:spPr>
          <a:xfrm>
            <a:off x="8406871" y="7487150"/>
            <a:ext cx="1450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CNN_RNN Scratch(GRU)-L1</a:t>
            </a:r>
            <a:endParaRPr/>
          </a:p>
        </p:txBody>
      </p:sp>
      <p:cxnSp>
        <p:nvCxnSpPr>
          <p:cNvPr id="211" name="Google Shape;211;p1"/>
          <p:cNvCxnSpPr>
            <a:stCxn id="208" idx="3"/>
          </p:cNvCxnSpPr>
          <p:nvPr/>
        </p:nvCxnSpPr>
        <p:spPr>
          <a:xfrm flipH="1">
            <a:off x="9764369" y="7485619"/>
            <a:ext cx="59700" cy="657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08" name="Google Shape;208;p1"/>
          <p:cNvSpPr/>
          <p:nvPr/>
        </p:nvSpPr>
        <p:spPr>
          <a:xfrm>
            <a:off x="9797287" y="7329521"/>
            <a:ext cx="182880" cy="182880"/>
          </a:xfrm>
          <a:prstGeom prst="ellipse">
            <a:avLst/>
          </a:prstGeom>
          <a:solidFill>
            <a:srgbClr val="27AE6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"/>
          <p:cNvSpPr txBox="1"/>
          <p:nvPr/>
        </p:nvSpPr>
        <p:spPr>
          <a:xfrm>
            <a:off x="9114031" y="7268243"/>
            <a:ext cx="728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I3D OG-L1</a:t>
            </a:r>
            <a:endParaRPr/>
          </a:p>
        </p:txBody>
      </p:sp>
      <p:cxnSp>
        <p:nvCxnSpPr>
          <p:cNvPr id="213" name="Google Shape;213;p1"/>
          <p:cNvCxnSpPr>
            <a:stCxn id="208" idx="2"/>
          </p:cNvCxnSpPr>
          <p:nvPr/>
        </p:nvCxnSpPr>
        <p:spPr>
          <a:xfrm rot="10800000">
            <a:off x="9710887" y="7388261"/>
            <a:ext cx="86400" cy="32700"/>
          </a:xfrm>
          <a:prstGeom prst="straightConnector1">
            <a:avLst/>
          </a:prstGeom>
          <a:noFill/>
          <a:ln cap="flat" cmpd="sng" w="9525">
            <a:solidFill>
              <a:srgbClr val="B4B4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</p:cxnSp>
      <p:sp>
        <p:nvSpPr>
          <p:cNvPr id="214" name="Google Shape;214;p1"/>
          <p:cNvSpPr txBox="1"/>
          <p:nvPr/>
        </p:nvSpPr>
        <p:spPr>
          <a:xfrm rot="-5400000">
            <a:off x="-924150" y="4219346"/>
            <a:ext cx="4156500" cy="415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Generalization Gap (Test - Train RMSE)</a:t>
            </a:r>
            <a:endParaRPr sz="1500">
              <a:solidFill>
                <a:schemeClr val="dk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sp>
        <p:nvSpPr>
          <p:cNvPr id="215" name="Google Shape;215;p1"/>
          <p:cNvSpPr txBox="1"/>
          <p:nvPr/>
        </p:nvSpPr>
        <p:spPr>
          <a:xfrm>
            <a:off x="4053125" y="8332944"/>
            <a:ext cx="4156500" cy="30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latin typeface="Noto Serif Devanagari"/>
                <a:ea typeface="Noto Serif Devanagari"/>
                <a:cs typeface="Noto Serif Devanagari"/>
                <a:sym typeface="Noto Serif Devanagari"/>
              </a:rPr>
              <a:t>Model Performance (Test RMSE)</a:t>
            </a:r>
            <a:endParaRPr sz="1500">
              <a:solidFill>
                <a:schemeClr val="dk1"/>
              </a:solidFill>
              <a:latin typeface="Noto Serif Devanagari"/>
              <a:ea typeface="Noto Serif Devanagari"/>
              <a:cs typeface="Noto Serif Devanagari"/>
              <a:sym typeface="Noto Serif Devanagari"/>
            </a:endParaRPr>
          </a:p>
        </p:txBody>
      </p:sp>
      <p:pic>
        <p:nvPicPr>
          <p:cNvPr id="216" name="Google Shape;216;p1" title="model_legen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97084" y="515744"/>
            <a:ext cx="3265300" cy="248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
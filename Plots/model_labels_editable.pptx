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o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91136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Two-Stream-L1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8629" y="588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Two-Stream-B1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43057" y="44070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0178" y="513509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6552" y="3829053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0982" y="490576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9290" y="62589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A-3 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9203" y="55236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A-3 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7894" y="6097625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Single-class A-3 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3146" y="55853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Mini-B1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0767" y="557992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Mini-L1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0" y="7314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OG-L1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074" y="7315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OG-L2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28148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Mini-B2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3166" y="230671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OG-B2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7989" y="53374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Mini-B3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731" y="414338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Mini-B4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5309" y="540103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Mini-L2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0982" y="490576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I3D OG-B1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4661" y="2618863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NC-B1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9342" y="637756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NC-B2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2064" y="589596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NC-L1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404" y="601658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NC-L2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6238" y="615449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SI-B1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9882" y="610683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SI-B2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7219" y="616251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SI-L1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0724" y="592609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SI-L2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5066" y="6411503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DI-B1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3552" y="617512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DI-B2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24014" y="51615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DI-L1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0846" y="578924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DI-L2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7942" y="412218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DIT-1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6852" y="556853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 DIT-2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285" y="572001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Fusion-B1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4138" y="520611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Fusion-L1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7494" y="572302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Fusion(S)-L1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5596" y="460299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T(O)-a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628" y="6157753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T(O)-b(5)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3962" y="35993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T(O)-b(7)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2435" y="648994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CNN_RNN-1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7692" y="622037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Scratch(GRU)-B1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383" y="7315067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Scratch(GRU)-L1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72576" y="5942715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Scratch(LSTM)-B1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5698" y="705374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Scratch(LSTM)-L1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3198" y="665306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rial"/>
              </a:defRPr>
            </a:pPr>
            <a:r>
              <a:t>CNN_RNN Scratch(LSTM)-Mixed1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
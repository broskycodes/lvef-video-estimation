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144000" cx="11887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" roundtripDataSignature="AMtx7mgiBrEPg7QcPhQ7EsPmZn7tvWzn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ot_bg_empty_v9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132" y="521208"/>
            <a:ext cx="9774936" cy="810158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2120138" y="5322287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577338" y="5139407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Mini-B2</a:t>
            </a:r>
            <a:endParaRPr/>
          </a:p>
        </p:txBody>
      </p:sp>
      <p:cxnSp>
        <p:nvCxnSpPr>
          <p:cNvPr id="87" name="Google Shape;87;p1"/>
          <p:cNvCxnSpPr>
            <a:stCxn id="85" idx="0"/>
            <a:endCxn id="86" idx="3"/>
          </p:cNvCxnSpPr>
          <p:nvPr/>
        </p:nvCxnSpPr>
        <p:spPr>
          <a:xfrm>
            <a:off x="2211578" y="5322287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88" name="Google Shape;88;p1"/>
          <p:cNvSpPr/>
          <p:nvPr/>
        </p:nvSpPr>
        <p:spPr>
          <a:xfrm>
            <a:off x="2265920" y="2385661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723120" y="2202781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OG-B2</a:t>
            </a:r>
            <a:endParaRPr/>
          </a:p>
        </p:txBody>
      </p:sp>
      <p:cxnSp>
        <p:nvCxnSpPr>
          <p:cNvPr id="90" name="Google Shape;90;p1"/>
          <p:cNvCxnSpPr>
            <a:stCxn id="88" idx="0"/>
            <a:endCxn id="89" idx="3"/>
          </p:cNvCxnSpPr>
          <p:nvPr/>
        </p:nvCxnSpPr>
        <p:spPr>
          <a:xfrm>
            <a:off x="2357360" y="2385661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1" name="Google Shape;91;p1"/>
          <p:cNvSpPr/>
          <p:nvPr/>
        </p:nvSpPr>
        <p:spPr>
          <a:xfrm>
            <a:off x="2398564" y="5377547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855764" y="5194667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Mini-B3</a:t>
            </a:r>
            <a:endParaRPr/>
          </a:p>
        </p:txBody>
      </p:sp>
      <p:cxnSp>
        <p:nvCxnSpPr>
          <p:cNvPr id="93" name="Google Shape;93;p1"/>
          <p:cNvCxnSpPr>
            <a:stCxn id="91" idx="0"/>
            <a:endCxn id="92" idx="3"/>
          </p:cNvCxnSpPr>
          <p:nvPr/>
        </p:nvCxnSpPr>
        <p:spPr>
          <a:xfrm>
            <a:off x="2490004" y="5377547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4" name="Google Shape;94;p1"/>
          <p:cNvSpPr/>
          <p:nvPr/>
        </p:nvSpPr>
        <p:spPr>
          <a:xfrm>
            <a:off x="2416646" y="4198783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873846" y="4015903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Mini-B4</a:t>
            </a:r>
            <a:endParaRPr/>
          </a:p>
        </p:txBody>
      </p:sp>
      <p:cxnSp>
        <p:nvCxnSpPr>
          <p:cNvPr id="96" name="Google Shape;96;p1"/>
          <p:cNvCxnSpPr>
            <a:stCxn id="94" idx="0"/>
            <a:endCxn id="95" idx="3"/>
          </p:cNvCxnSpPr>
          <p:nvPr/>
        </p:nvCxnSpPr>
        <p:spPr>
          <a:xfrm>
            <a:off x="2508086" y="4198783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7" name="Google Shape;97;p1"/>
          <p:cNvSpPr/>
          <p:nvPr/>
        </p:nvSpPr>
        <p:spPr>
          <a:xfrm>
            <a:off x="2433597" y="6184111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890797" y="6001231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SI-B1</a:t>
            </a:r>
            <a:endParaRPr/>
          </a:p>
        </p:txBody>
      </p:sp>
      <p:cxnSp>
        <p:nvCxnSpPr>
          <p:cNvPr id="99" name="Google Shape;99;p1"/>
          <p:cNvCxnSpPr>
            <a:stCxn id="97" idx="0"/>
            <a:endCxn id="98" idx="3"/>
          </p:cNvCxnSpPr>
          <p:nvPr/>
        </p:nvCxnSpPr>
        <p:spPr>
          <a:xfrm>
            <a:off x="2525037" y="6184111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0" name="Google Shape;100;p1"/>
          <p:cNvSpPr/>
          <p:nvPr/>
        </p:nvSpPr>
        <p:spPr>
          <a:xfrm>
            <a:off x="2487700" y="5440302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944900" y="525742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Mini-L2</a:t>
            </a:r>
            <a:endParaRPr/>
          </a:p>
        </p:txBody>
      </p:sp>
      <p:cxnSp>
        <p:nvCxnSpPr>
          <p:cNvPr id="102" name="Google Shape;102;p1"/>
          <p:cNvCxnSpPr>
            <a:stCxn id="100" idx="0"/>
            <a:endCxn id="101" idx="3"/>
          </p:cNvCxnSpPr>
          <p:nvPr/>
        </p:nvCxnSpPr>
        <p:spPr>
          <a:xfrm>
            <a:off x="2579140" y="5440302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3" name="Google Shape;103;p1"/>
          <p:cNvSpPr/>
          <p:nvPr/>
        </p:nvSpPr>
        <p:spPr>
          <a:xfrm>
            <a:off x="2528525" y="6137058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985725" y="595417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SI-B2</a:t>
            </a:r>
            <a:endParaRPr/>
          </a:p>
        </p:txBody>
      </p:sp>
      <p:cxnSp>
        <p:nvCxnSpPr>
          <p:cNvPr id="105" name="Google Shape;105;p1"/>
          <p:cNvCxnSpPr>
            <a:stCxn id="103" idx="0"/>
            <a:endCxn id="104" idx="3"/>
          </p:cNvCxnSpPr>
          <p:nvPr/>
        </p:nvCxnSpPr>
        <p:spPr>
          <a:xfrm>
            <a:off x="2619965" y="6137058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6" name="Google Shape;106;p1"/>
          <p:cNvSpPr/>
          <p:nvPr/>
        </p:nvSpPr>
        <p:spPr>
          <a:xfrm>
            <a:off x="2537142" y="6287194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2994342" y="610431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(A)</a:t>
            </a:r>
            <a:endParaRPr/>
          </a:p>
        </p:txBody>
      </p:sp>
      <p:cxnSp>
        <p:nvCxnSpPr>
          <p:cNvPr id="108" name="Google Shape;108;p1"/>
          <p:cNvCxnSpPr>
            <a:stCxn id="106" idx="0"/>
            <a:endCxn id="107" idx="3"/>
          </p:cNvCxnSpPr>
          <p:nvPr/>
        </p:nvCxnSpPr>
        <p:spPr>
          <a:xfrm>
            <a:off x="2628582" y="6287194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9" name="Google Shape;109;p1"/>
          <p:cNvSpPr/>
          <p:nvPr/>
        </p:nvSpPr>
        <p:spPr>
          <a:xfrm>
            <a:off x="2540674" y="5622250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2997874" y="543937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Mini-B1</a:t>
            </a:r>
            <a:endParaRPr/>
          </a:p>
        </p:txBody>
      </p:sp>
      <p:cxnSp>
        <p:nvCxnSpPr>
          <p:cNvPr id="111" name="Google Shape;111;p1"/>
          <p:cNvCxnSpPr>
            <a:stCxn id="109" idx="0"/>
            <a:endCxn id="110" idx="3"/>
          </p:cNvCxnSpPr>
          <p:nvPr/>
        </p:nvCxnSpPr>
        <p:spPr>
          <a:xfrm>
            <a:off x="2632114" y="5622250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2" name="Google Shape;112;p1"/>
          <p:cNvSpPr/>
          <p:nvPr/>
        </p:nvSpPr>
        <p:spPr>
          <a:xfrm>
            <a:off x="2593647" y="4951388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3068925" y="4787838"/>
            <a:ext cx="1270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A-5</a:t>
            </a:r>
            <a:endParaRPr/>
          </a:p>
        </p:txBody>
      </p:sp>
      <p:cxnSp>
        <p:nvCxnSpPr>
          <p:cNvPr id="114" name="Google Shape;114;p1"/>
          <p:cNvCxnSpPr>
            <a:stCxn id="115" idx="6"/>
          </p:cNvCxnSpPr>
          <p:nvPr/>
        </p:nvCxnSpPr>
        <p:spPr>
          <a:xfrm flipH="1" rot="10800000">
            <a:off x="2776527" y="4985228"/>
            <a:ext cx="1545000" cy="576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5" name="Google Shape;115;p1"/>
          <p:cNvSpPr/>
          <p:nvPr/>
        </p:nvSpPr>
        <p:spPr>
          <a:xfrm>
            <a:off x="2593647" y="4951388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2723551" y="4565125"/>
            <a:ext cx="875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OG-B1</a:t>
            </a:r>
            <a:endParaRPr/>
          </a:p>
        </p:txBody>
      </p:sp>
      <p:cxnSp>
        <p:nvCxnSpPr>
          <p:cNvPr id="117" name="Google Shape;117;p1"/>
          <p:cNvCxnSpPr>
            <a:stCxn id="115" idx="0"/>
            <a:endCxn id="116" idx="3"/>
          </p:cNvCxnSpPr>
          <p:nvPr/>
        </p:nvCxnSpPr>
        <p:spPr>
          <a:xfrm flipH="1" rot="10800000">
            <a:off x="2685087" y="4688288"/>
            <a:ext cx="914100" cy="2631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8" name="Google Shape;118;p1"/>
          <p:cNvSpPr/>
          <p:nvPr/>
        </p:nvSpPr>
        <p:spPr>
          <a:xfrm>
            <a:off x="2611728" y="5958639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3068928" y="5775759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SI-L2</a:t>
            </a:r>
            <a:endParaRPr/>
          </a:p>
        </p:txBody>
      </p:sp>
      <p:cxnSp>
        <p:nvCxnSpPr>
          <p:cNvPr id="120" name="Google Shape;120;p1"/>
          <p:cNvCxnSpPr>
            <a:stCxn id="118" idx="0"/>
            <a:endCxn id="119" idx="3"/>
          </p:cNvCxnSpPr>
          <p:nvPr/>
        </p:nvCxnSpPr>
        <p:spPr>
          <a:xfrm>
            <a:off x="2703168" y="5958639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1" name="Google Shape;121;p1"/>
          <p:cNvSpPr/>
          <p:nvPr/>
        </p:nvSpPr>
        <p:spPr>
          <a:xfrm>
            <a:off x="2674448" y="5561364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3131648" y="537848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(B)</a:t>
            </a:r>
            <a:endParaRPr/>
          </a:p>
        </p:txBody>
      </p:sp>
      <p:cxnSp>
        <p:nvCxnSpPr>
          <p:cNvPr id="123" name="Google Shape;123;p1"/>
          <p:cNvCxnSpPr>
            <a:stCxn id="121" idx="0"/>
            <a:endCxn id="122" idx="3"/>
          </p:cNvCxnSpPr>
          <p:nvPr/>
        </p:nvCxnSpPr>
        <p:spPr>
          <a:xfrm>
            <a:off x="2765888" y="5561364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4" name="Google Shape;124;p1"/>
          <p:cNvSpPr/>
          <p:nvPr/>
        </p:nvSpPr>
        <p:spPr>
          <a:xfrm>
            <a:off x="2693660" y="5177776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1398260" y="4918696"/>
            <a:ext cx="182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</a:t>
            </a:r>
            <a:endParaRPr/>
          </a:p>
        </p:txBody>
      </p:sp>
      <p:cxnSp>
        <p:nvCxnSpPr>
          <p:cNvPr id="126" name="Google Shape;126;p1"/>
          <p:cNvCxnSpPr>
            <a:stCxn id="124" idx="2"/>
          </p:cNvCxnSpPr>
          <p:nvPr/>
        </p:nvCxnSpPr>
        <p:spPr>
          <a:xfrm rot="10800000">
            <a:off x="1865060" y="5096716"/>
            <a:ext cx="828600" cy="1725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7" name="Google Shape;127;p1"/>
          <p:cNvSpPr/>
          <p:nvPr/>
        </p:nvSpPr>
        <p:spPr>
          <a:xfrm>
            <a:off x="2984659" y="6127967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3441859" y="5945087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(C)</a:t>
            </a:r>
            <a:endParaRPr/>
          </a:p>
        </p:txBody>
      </p:sp>
      <p:cxnSp>
        <p:nvCxnSpPr>
          <p:cNvPr id="129" name="Google Shape;129;p1"/>
          <p:cNvCxnSpPr>
            <a:stCxn id="127" idx="0"/>
            <a:endCxn id="128" idx="3"/>
          </p:cNvCxnSpPr>
          <p:nvPr/>
        </p:nvCxnSpPr>
        <p:spPr>
          <a:xfrm>
            <a:off x="3076099" y="6127967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0" name="Google Shape;130;p1"/>
          <p:cNvSpPr/>
          <p:nvPr/>
        </p:nvSpPr>
        <p:spPr>
          <a:xfrm>
            <a:off x="3056703" y="3888479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3513903" y="3705599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A-4</a:t>
            </a:r>
            <a:endParaRPr/>
          </a:p>
        </p:txBody>
      </p:sp>
      <p:cxnSp>
        <p:nvCxnSpPr>
          <p:cNvPr id="132" name="Google Shape;132;p1"/>
          <p:cNvCxnSpPr>
            <a:stCxn id="130" idx="0"/>
            <a:endCxn id="131" idx="3"/>
          </p:cNvCxnSpPr>
          <p:nvPr/>
        </p:nvCxnSpPr>
        <p:spPr>
          <a:xfrm>
            <a:off x="3148143" y="3888479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3" name="Google Shape;133;p1"/>
          <p:cNvSpPr/>
          <p:nvPr/>
        </p:nvSpPr>
        <p:spPr>
          <a:xfrm>
            <a:off x="3075632" y="6192020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3532832" y="60091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SI-L1</a:t>
            </a:r>
            <a:endParaRPr/>
          </a:p>
        </p:txBody>
      </p:sp>
      <p:cxnSp>
        <p:nvCxnSpPr>
          <p:cNvPr id="135" name="Google Shape;135;p1"/>
          <p:cNvCxnSpPr>
            <a:stCxn id="133" idx="0"/>
            <a:endCxn id="134" idx="3"/>
          </p:cNvCxnSpPr>
          <p:nvPr/>
        </p:nvCxnSpPr>
        <p:spPr>
          <a:xfrm>
            <a:off x="3167072" y="6192020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6" name="Google Shape;136;p1"/>
          <p:cNvSpPr/>
          <p:nvPr/>
        </p:nvSpPr>
        <p:spPr>
          <a:xfrm>
            <a:off x="3310832" y="520391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3768032" y="502103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DI-L1</a:t>
            </a:r>
            <a:endParaRPr/>
          </a:p>
        </p:txBody>
      </p:sp>
      <p:cxnSp>
        <p:nvCxnSpPr>
          <p:cNvPr id="138" name="Google Shape;138;p1"/>
          <p:cNvCxnSpPr>
            <a:stCxn id="136" idx="0"/>
            <a:endCxn id="137" idx="3"/>
          </p:cNvCxnSpPr>
          <p:nvPr/>
        </p:nvCxnSpPr>
        <p:spPr>
          <a:xfrm>
            <a:off x="3402272" y="5203914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9" name="Google Shape;139;p1"/>
          <p:cNvSpPr/>
          <p:nvPr/>
        </p:nvSpPr>
        <p:spPr>
          <a:xfrm>
            <a:off x="3417768" y="5616908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3874968" y="543402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Mini-L1</a:t>
            </a:r>
            <a:endParaRPr/>
          </a:p>
        </p:txBody>
      </p:sp>
      <p:cxnSp>
        <p:nvCxnSpPr>
          <p:cNvPr id="141" name="Google Shape;141;p1"/>
          <p:cNvCxnSpPr>
            <a:stCxn id="139" idx="0"/>
            <a:endCxn id="140" idx="3"/>
          </p:cNvCxnSpPr>
          <p:nvPr/>
        </p:nvCxnSpPr>
        <p:spPr>
          <a:xfrm>
            <a:off x="3509208" y="5616908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2" name="Google Shape;142;p1"/>
          <p:cNvSpPr/>
          <p:nvPr/>
        </p:nvSpPr>
        <p:spPr>
          <a:xfrm>
            <a:off x="3630084" y="5975043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4087284" y="5792163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Scratch(LSTM)-B1</a:t>
            </a:r>
            <a:endParaRPr/>
          </a:p>
        </p:txBody>
      </p:sp>
      <p:cxnSp>
        <p:nvCxnSpPr>
          <p:cNvPr id="144" name="Google Shape;144;p1"/>
          <p:cNvCxnSpPr>
            <a:stCxn id="142" idx="0"/>
            <a:endCxn id="143" idx="3"/>
          </p:cNvCxnSpPr>
          <p:nvPr/>
        </p:nvCxnSpPr>
        <p:spPr>
          <a:xfrm>
            <a:off x="3721524" y="5975043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5" name="Google Shape;145;p1"/>
          <p:cNvSpPr/>
          <p:nvPr/>
        </p:nvSpPr>
        <p:spPr>
          <a:xfrm>
            <a:off x="3649295" y="620447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"/>
          <p:cNvSpPr txBox="1"/>
          <p:nvPr/>
        </p:nvSpPr>
        <p:spPr>
          <a:xfrm>
            <a:off x="4106495" y="602159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DI-B2</a:t>
            </a:r>
            <a:endParaRPr/>
          </a:p>
        </p:txBody>
      </p:sp>
      <p:cxnSp>
        <p:nvCxnSpPr>
          <p:cNvPr id="147" name="Google Shape;147;p1"/>
          <p:cNvCxnSpPr>
            <a:stCxn id="145" idx="0"/>
            <a:endCxn id="146" idx="3"/>
          </p:cNvCxnSpPr>
          <p:nvPr/>
        </p:nvCxnSpPr>
        <p:spPr>
          <a:xfrm>
            <a:off x="3740735" y="6204474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8" name="Google Shape;148;p1"/>
          <p:cNvSpPr/>
          <p:nvPr/>
        </p:nvSpPr>
        <p:spPr>
          <a:xfrm>
            <a:off x="3729250" y="5823542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4186450" y="564066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DI-L2</a:t>
            </a:r>
            <a:endParaRPr/>
          </a:p>
        </p:txBody>
      </p:sp>
      <p:cxnSp>
        <p:nvCxnSpPr>
          <p:cNvPr id="150" name="Google Shape;150;p1"/>
          <p:cNvCxnSpPr>
            <a:stCxn id="148" idx="0"/>
            <a:endCxn id="149" idx="3"/>
          </p:cNvCxnSpPr>
          <p:nvPr/>
        </p:nvCxnSpPr>
        <p:spPr>
          <a:xfrm>
            <a:off x="3820690" y="5823542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51" name="Google Shape;151;p1"/>
          <p:cNvSpPr/>
          <p:nvPr/>
        </p:nvSpPr>
        <p:spPr>
          <a:xfrm>
            <a:off x="3764565" y="6047968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 txBox="1"/>
          <p:nvPr/>
        </p:nvSpPr>
        <p:spPr>
          <a:xfrm>
            <a:off x="4221765" y="586508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NC-L2</a:t>
            </a:r>
            <a:endParaRPr/>
          </a:p>
        </p:txBody>
      </p:sp>
      <p:cxnSp>
        <p:nvCxnSpPr>
          <p:cNvPr id="153" name="Google Shape;153;p1"/>
          <p:cNvCxnSpPr>
            <a:stCxn id="151" idx="0"/>
            <a:endCxn id="152" idx="3"/>
          </p:cNvCxnSpPr>
          <p:nvPr/>
        </p:nvCxnSpPr>
        <p:spPr>
          <a:xfrm>
            <a:off x="3856005" y="6047968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54" name="Google Shape;154;p1"/>
          <p:cNvSpPr/>
          <p:nvPr/>
        </p:nvSpPr>
        <p:spPr>
          <a:xfrm>
            <a:off x="3911053" y="6404320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4368253" y="6221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NC-B2</a:t>
            </a:r>
            <a:endParaRPr/>
          </a:p>
        </p:txBody>
      </p:sp>
      <p:cxnSp>
        <p:nvCxnSpPr>
          <p:cNvPr id="156" name="Google Shape;156;p1"/>
          <p:cNvCxnSpPr>
            <a:stCxn id="154" idx="0"/>
            <a:endCxn id="155" idx="3"/>
          </p:cNvCxnSpPr>
          <p:nvPr/>
        </p:nvCxnSpPr>
        <p:spPr>
          <a:xfrm>
            <a:off x="4002493" y="6404320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57" name="Google Shape;157;p1"/>
          <p:cNvSpPr/>
          <p:nvPr/>
        </p:nvSpPr>
        <p:spPr>
          <a:xfrm>
            <a:off x="3943402" y="2693805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4400602" y="2510925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NC-B1</a:t>
            </a:r>
            <a:endParaRPr/>
          </a:p>
        </p:txBody>
      </p:sp>
      <p:cxnSp>
        <p:nvCxnSpPr>
          <p:cNvPr id="159" name="Google Shape;159;p1"/>
          <p:cNvCxnSpPr>
            <a:stCxn id="157" idx="0"/>
            <a:endCxn id="158" idx="3"/>
          </p:cNvCxnSpPr>
          <p:nvPr/>
        </p:nvCxnSpPr>
        <p:spPr>
          <a:xfrm>
            <a:off x="4034842" y="2693805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0" name="Google Shape;160;p1"/>
          <p:cNvSpPr/>
          <p:nvPr/>
        </p:nvSpPr>
        <p:spPr>
          <a:xfrm>
            <a:off x="3950183" y="5928888"/>
            <a:ext cx="183000" cy="18300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4407383" y="5746008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NC-L1</a:t>
            </a:r>
            <a:endParaRPr/>
          </a:p>
        </p:txBody>
      </p:sp>
      <p:cxnSp>
        <p:nvCxnSpPr>
          <p:cNvPr id="162" name="Google Shape;162;p1"/>
          <p:cNvCxnSpPr>
            <a:stCxn id="160" idx="0"/>
            <a:endCxn id="161" idx="3"/>
          </p:cNvCxnSpPr>
          <p:nvPr/>
        </p:nvCxnSpPr>
        <p:spPr>
          <a:xfrm>
            <a:off x="4041683" y="5928888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3" name="Google Shape;163;p1"/>
          <p:cNvSpPr/>
          <p:nvPr/>
        </p:nvSpPr>
        <p:spPr>
          <a:xfrm>
            <a:off x="4321701" y="6249146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4778901" y="606626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Scratch(GRU)-B1</a:t>
            </a:r>
            <a:endParaRPr/>
          </a:p>
        </p:txBody>
      </p:sp>
      <p:cxnSp>
        <p:nvCxnSpPr>
          <p:cNvPr id="165" name="Google Shape;165;p1"/>
          <p:cNvCxnSpPr>
            <a:stCxn id="163" idx="0"/>
            <a:endCxn id="164" idx="3"/>
          </p:cNvCxnSpPr>
          <p:nvPr/>
        </p:nvCxnSpPr>
        <p:spPr>
          <a:xfrm>
            <a:off x="4413141" y="6249146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6" name="Google Shape;166;p1"/>
          <p:cNvSpPr/>
          <p:nvPr/>
        </p:nvSpPr>
        <p:spPr>
          <a:xfrm>
            <a:off x="4427365" y="4459036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4884565" y="427615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A-2</a:t>
            </a:r>
            <a:endParaRPr/>
          </a:p>
        </p:txBody>
      </p:sp>
      <p:cxnSp>
        <p:nvCxnSpPr>
          <p:cNvPr id="168" name="Google Shape;168;p1"/>
          <p:cNvCxnSpPr>
            <a:stCxn id="166" idx="0"/>
            <a:endCxn id="167" idx="3"/>
          </p:cNvCxnSpPr>
          <p:nvPr/>
        </p:nvCxnSpPr>
        <p:spPr>
          <a:xfrm>
            <a:off x="4518805" y="4459036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9" name="Google Shape;169;p1"/>
          <p:cNvSpPr/>
          <p:nvPr/>
        </p:nvSpPr>
        <p:spPr>
          <a:xfrm>
            <a:off x="4713137" y="6437821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5170337" y="6254941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DI-B1</a:t>
            </a:r>
            <a:endParaRPr/>
          </a:p>
        </p:txBody>
      </p:sp>
      <p:cxnSp>
        <p:nvCxnSpPr>
          <p:cNvPr id="171" name="Google Shape;171;p1"/>
          <p:cNvCxnSpPr>
            <a:stCxn id="169" idx="0"/>
            <a:endCxn id="170" idx="3"/>
          </p:cNvCxnSpPr>
          <p:nvPr/>
        </p:nvCxnSpPr>
        <p:spPr>
          <a:xfrm>
            <a:off x="4804577" y="6437821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72" name="Google Shape;172;p1"/>
          <p:cNvSpPr/>
          <p:nvPr/>
        </p:nvSpPr>
        <p:spPr>
          <a:xfrm>
            <a:off x="5020947" y="1462531"/>
            <a:ext cx="182880" cy="182880"/>
          </a:xfrm>
          <a:prstGeom prst="ellipse">
            <a:avLst/>
          </a:prstGeom>
          <a:solidFill>
            <a:srgbClr val="2980B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5478147" y="1279651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Two-Stream-L1</a:t>
            </a:r>
            <a:endParaRPr/>
          </a:p>
        </p:txBody>
      </p:sp>
      <p:cxnSp>
        <p:nvCxnSpPr>
          <p:cNvPr id="174" name="Google Shape;174;p1"/>
          <p:cNvCxnSpPr>
            <a:stCxn id="172" idx="0"/>
            <a:endCxn id="173" idx="3"/>
          </p:cNvCxnSpPr>
          <p:nvPr/>
        </p:nvCxnSpPr>
        <p:spPr>
          <a:xfrm>
            <a:off x="5112387" y="1462531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75" name="Google Shape;175;p1"/>
          <p:cNvSpPr/>
          <p:nvPr/>
        </p:nvSpPr>
        <p:spPr>
          <a:xfrm>
            <a:off x="5445014" y="5247887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5902214" y="5065007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Fusion-L1</a:t>
            </a:r>
            <a:endParaRPr/>
          </a:p>
        </p:txBody>
      </p:sp>
      <p:cxnSp>
        <p:nvCxnSpPr>
          <p:cNvPr id="177" name="Google Shape;177;p1"/>
          <p:cNvCxnSpPr>
            <a:stCxn id="175" idx="0"/>
            <a:endCxn id="176" idx="3"/>
          </p:cNvCxnSpPr>
          <p:nvPr/>
        </p:nvCxnSpPr>
        <p:spPr>
          <a:xfrm>
            <a:off x="5536454" y="5247887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78" name="Google Shape;178;p1"/>
          <p:cNvSpPr/>
          <p:nvPr/>
        </p:nvSpPr>
        <p:spPr>
          <a:xfrm>
            <a:off x="5603792" y="575817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6060992" y="557529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Fusion(S)-L1</a:t>
            </a:r>
            <a:endParaRPr/>
          </a:p>
        </p:txBody>
      </p:sp>
      <p:cxnSp>
        <p:nvCxnSpPr>
          <p:cNvPr id="180" name="Google Shape;180;p1"/>
          <p:cNvCxnSpPr>
            <a:stCxn id="178" idx="0"/>
            <a:endCxn id="179" idx="3"/>
          </p:cNvCxnSpPr>
          <p:nvPr/>
        </p:nvCxnSpPr>
        <p:spPr>
          <a:xfrm>
            <a:off x="5695232" y="5758174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1" name="Google Shape;181;p1"/>
          <p:cNvSpPr/>
          <p:nvPr/>
        </p:nvSpPr>
        <p:spPr>
          <a:xfrm>
            <a:off x="5904397" y="7071829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 txBox="1"/>
          <p:nvPr/>
        </p:nvSpPr>
        <p:spPr>
          <a:xfrm>
            <a:off x="6361597" y="6888949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Scratch(LSTM)-L1</a:t>
            </a:r>
            <a:endParaRPr/>
          </a:p>
        </p:txBody>
      </p:sp>
      <p:cxnSp>
        <p:nvCxnSpPr>
          <p:cNvPr id="183" name="Google Shape;183;p1"/>
          <p:cNvCxnSpPr>
            <a:stCxn id="181" idx="0"/>
            <a:endCxn id="182" idx="3"/>
          </p:cNvCxnSpPr>
          <p:nvPr/>
        </p:nvCxnSpPr>
        <p:spPr>
          <a:xfrm>
            <a:off x="5995837" y="7071829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4" name="Google Shape;184;p1"/>
          <p:cNvSpPr/>
          <p:nvPr/>
        </p:nvSpPr>
        <p:spPr>
          <a:xfrm>
            <a:off x="6245968" y="5921819"/>
            <a:ext cx="182880" cy="182880"/>
          </a:xfrm>
          <a:prstGeom prst="ellipse">
            <a:avLst/>
          </a:prstGeom>
          <a:solidFill>
            <a:srgbClr val="2980B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6703168" y="5738939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Two-Stream-B1</a:t>
            </a:r>
            <a:endParaRPr/>
          </a:p>
        </p:txBody>
      </p:sp>
      <p:cxnSp>
        <p:nvCxnSpPr>
          <p:cNvPr id="186" name="Google Shape;186;p1"/>
          <p:cNvCxnSpPr>
            <a:stCxn id="184" idx="0"/>
            <a:endCxn id="185" idx="3"/>
          </p:cNvCxnSpPr>
          <p:nvPr/>
        </p:nvCxnSpPr>
        <p:spPr>
          <a:xfrm>
            <a:off x="6337408" y="5921819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7" name="Google Shape;187;p1"/>
          <p:cNvSpPr/>
          <p:nvPr/>
        </p:nvSpPr>
        <p:spPr>
          <a:xfrm>
            <a:off x="6528068" y="6187324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6985268" y="600444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T(O)-b(5)</a:t>
            </a:r>
            <a:endParaRPr/>
          </a:p>
        </p:txBody>
      </p:sp>
      <p:cxnSp>
        <p:nvCxnSpPr>
          <p:cNvPr id="189" name="Google Shape;189;p1"/>
          <p:cNvCxnSpPr>
            <a:stCxn id="187" idx="0"/>
            <a:endCxn id="188" idx="3"/>
          </p:cNvCxnSpPr>
          <p:nvPr/>
        </p:nvCxnSpPr>
        <p:spPr>
          <a:xfrm>
            <a:off x="6619508" y="6187324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0" name="Google Shape;190;p1"/>
          <p:cNvSpPr/>
          <p:nvPr/>
        </p:nvSpPr>
        <p:spPr>
          <a:xfrm>
            <a:off x="6908909" y="6515258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7366109" y="633237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CNN_RNN-1</a:t>
            </a:r>
            <a:endParaRPr/>
          </a:p>
        </p:txBody>
      </p:sp>
      <p:cxnSp>
        <p:nvCxnSpPr>
          <p:cNvPr id="192" name="Google Shape;192;p1"/>
          <p:cNvCxnSpPr>
            <a:stCxn id="190" idx="0"/>
            <a:endCxn id="191" idx="3"/>
          </p:cNvCxnSpPr>
          <p:nvPr/>
        </p:nvCxnSpPr>
        <p:spPr>
          <a:xfrm>
            <a:off x="7000349" y="6515258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3" name="Google Shape;193;p1"/>
          <p:cNvSpPr/>
          <p:nvPr/>
        </p:nvSpPr>
        <p:spPr>
          <a:xfrm>
            <a:off x="7019517" y="6676289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"/>
          <p:cNvSpPr txBox="1"/>
          <p:nvPr/>
        </p:nvSpPr>
        <p:spPr>
          <a:xfrm>
            <a:off x="7476717" y="6493409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Scratch(LSTM)-Mixed1</a:t>
            </a:r>
            <a:endParaRPr/>
          </a:p>
        </p:txBody>
      </p:sp>
      <p:cxnSp>
        <p:nvCxnSpPr>
          <p:cNvPr id="195" name="Google Shape;195;p1"/>
          <p:cNvCxnSpPr>
            <a:stCxn id="193" idx="0"/>
            <a:endCxn id="194" idx="3"/>
          </p:cNvCxnSpPr>
          <p:nvPr/>
        </p:nvCxnSpPr>
        <p:spPr>
          <a:xfrm>
            <a:off x="7110957" y="6676289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6" name="Google Shape;196;p1"/>
          <p:cNvSpPr/>
          <p:nvPr/>
        </p:nvSpPr>
        <p:spPr>
          <a:xfrm>
            <a:off x="7179567" y="4177849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"/>
          <p:cNvSpPr txBox="1"/>
          <p:nvPr/>
        </p:nvSpPr>
        <p:spPr>
          <a:xfrm>
            <a:off x="7636767" y="3994969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DIT-1</a:t>
            </a:r>
            <a:endParaRPr/>
          </a:p>
        </p:txBody>
      </p:sp>
      <p:cxnSp>
        <p:nvCxnSpPr>
          <p:cNvPr id="198" name="Google Shape;198;p1"/>
          <p:cNvCxnSpPr>
            <a:stCxn id="196" idx="0"/>
            <a:endCxn id="197" idx="3"/>
          </p:cNvCxnSpPr>
          <p:nvPr/>
        </p:nvCxnSpPr>
        <p:spPr>
          <a:xfrm>
            <a:off x="7271007" y="4177849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9" name="Google Shape;199;p1"/>
          <p:cNvSpPr/>
          <p:nvPr/>
        </p:nvSpPr>
        <p:spPr>
          <a:xfrm>
            <a:off x="7278167" y="4652498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 txBox="1"/>
          <p:nvPr/>
        </p:nvSpPr>
        <p:spPr>
          <a:xfrm>
            <a:off x="7735367" y="446961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T(O)-a</a:t>
            </a:r>
            <a:endParaRPr/>
          </a:p>
        </p:txBody>
      </p:sp>
      <p:cxnSp>
        <p:nvCxnSpPr>
          <p:cNvPr id="201" name="Google Shape;201;p1"/>
          <p:cNvCxnSpPr>
            <a:stCxn id="199" idx="0"/>
            <a:endCxn id="200" idx="3"/>
          </p:cNvCxnSpPr>
          <p:nvPr/>
        </p:nvCxnSpPr>
        <p:spPr>
          <a:xfrm>
            <a:off x="7369607" y="4652498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2" name="Google Shape;202;p1"/>
          <p:cNvSpPr/>
          <p:nvPr/>
        </p:nvSpPr>
        <p:spPr>
          <a:xfrm>
            <a:off x="7469012" y="3661743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"/>
          <p:cNvSpPr txBox="1"/>
          <p:nvPr/>
        </p:nvSpPr>
        <p:spPr>
          <a:xfrm>
            <a:off x="7926212" y="3478863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T(O)-b(7)</a:t>
            </a:r>
            <a:endParaRPr/>
          </a:p>
        </p:txBody>
      </p:sp>
      <p:cxnSp>
        <p:nvCxnSpPr>
          <p:cNvPr id="204" name="Google Shape;204;p1"/>
          <p:cNvCxnSpPr>
            <a:stCxn id="202" idx="0"/>
            <a:endCxn id="203" idx="3"/>
          </p:cNvCxnSpPr>
          <p:nvPr/>
        </p:nvCxnSpPr>
        <p:spPr>
          <a:xfrm>
            <a:off x="7560452" y="3661743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5" name="Google Shape;205;p1"/>
          <p:cNvSpPr/>
          <p:nvPr/>
        </p:nvSpPr>
        <p:spPr>
          <a:xfrm>
            <a:off x="7474804" y="575519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"/>
          <p:cNvSpPr txBox="1"/>
          <p:nvPr/>
        </p:nvSpPr>
        <p:spPr>
          <a:xfrm>
            <a:off x="7932004" y="557231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Fusion-B1</a:t>
            </a:r>
            <a:endParaRPr/>
          </a:p>
        </p:txBody>
      </p:sp>
      <p:cxnSp>
        <p:nvCxnSpPr>
          <p:cNvPr id="207" name="Google Shape;207;p1"/>
          <p:cNvCxnSpPr>
            <a:stCxn id="205" idx="0"/>
            <a:endCxn id="206" idx="3"/>
          </p:cNvCxnSpPr>
          <p:nvPr/>
        </p:nvCxnSpPr>
        <p:spPr>
          <a:xfrm>
            <a:off x="7566244" y="5755194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8" name="Google Shape;208;p1"/>
          <p:cNvSpPr/>
          <p:nvPr/>
        </p:nvSpPr>
        <p:spPr>
          <a:xfrm>
            <a:off x="8698978" y="5605663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"/>
          <p:cNvSpPr txBox="1"/>
          <p:nvPr/>
        </p:nvSpPr>
        <p:spPr>
          <a:xfrm>
            <a:off x="9156178" y="5422783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DIT-2</a:t>
            </a:r>
            <a:endParaRPr/>
          </a:p>
        </p:txBody>
      </p:sp>
      <p:cxnSp>
        <p:nvCxnSpPr>
          <p:cNvPr id="210" name="Google Shape;210;p1"/>
          <p:cNvCxnSpPr>
            <a:stCxn id="208" idx="0"/>
            <a:endCxn id="209" idx="3"/>
          </p:cNvCxnSpPr>
          <p:nvPr/>
        </p:nvCxnSpPr>
        <p:spPr>
          <a:xfrm>
            <a:off x="8790418" y="5605663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1" name="Google Shape;211;p1"/>
          <p:cNvSpPr/>
          <p:nvPr/>
        </p:nvSpPr>
        <p:spPr>
          <a:xfrm>
            <a:off x="9796440" y="7329932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"/>
          <p:cNvSpPr txBox="1"/>
          <p:nvPr/>
        </p:nvSpPr>
        <p:spPr>
          <a:xfrm>
            <a:off x="10253640" y="71470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OG-L2</a:t>
            </a:r>
            <a:endParaRPr/>
          </a:p>
        </p:txBody>
      </p:sp>
      <p:cxnSp>
        <p:nvCxnSpPr>
          <p:cNvPr id="213" name="Google Shape;213;p1"/>
          <p:cNvCxnSpPr>
            <a:stCxn id="211" idx="0"/>
            <a:endCxn id="212" idx="3"/>
          </p:cNvCxnSpPr>
          <p:nvPr/>
        </p:nvCxnSpPr>
        <p:spPr>
          <a:xfrm>
            <a:off x="9887880" y="7329932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4" name="Google Shape;214;p1"/>
          <p:cNvSpPr/>
          <p:nvPr/>
        </p:nvSpPr>
        <p:spPr>
          <a:xfrm>
            <a:off x="9796722" y="7329801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10253922" y="7146921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Scratch(GRU)-L1</a:t>
            </a:r>
            <a:endParaRPr/>
          </a:p>
        </p:txBody>
      </p:sp>
      <p:cxnSp>
        <p:nvCxnSpPr>
          <p:cNvPr id="216" name="Google Shape;216;p1"/>
          <p:cNvCxnSpPr>
            <a:stCxn id="214" idx="0"/>
            <a:endCxn id="215" idx="3"/>
          </p:cNvCxnSpPr>
          <p:nvPr/>
        </p:nvCxnSpPr>
        <p:spPr>
          <a:xfrm>
            <a:off x="9888162" y="7329801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7" name="Google Shape;217;p1"/>
          <p:cNvSpPr/>
          <p:nvPr/>
        </p:nvSpPr>
        <p:spPr>
          <a:xfrm>
            <a:off x="9797287" y="7329521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"/>
          <p:cNvSpPr txBox="1"/>
          <p:nvPr/>
        </p:nvSpPr>
        <p:spPr>
          <a:xfrm>
            <a:off x="10254487" y="7146641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OG-L1</a:t>
            </a:r>
            <a:endParaRPr/>
          </a:p>
        </p:txBody>
      </p:sp>
      <p:cxnSp>
        <p:nvCxnSpPr>
          <p:cNvPr id="219" name="Google Shape;219;p1"/>
          <p:cNvCxnSpPr>
            <a:stCxn id="217" idx="0"/>
            <a:endCxn id="218" idx="3"/>
          </p:cNvCxnSpPr>
          <p:nvPr/>
        </p:nvCxnSpPr>
        <p:spPr>
          <a:xfrm>
            <a:off x="9888727" y="7329521"/>
            <a:ext cx="2194500" cy="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
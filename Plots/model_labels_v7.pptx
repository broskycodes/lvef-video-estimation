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87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lot_bg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9144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2162175" y="5452335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7935" y="5360895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Mini-B2</a:t>
            </a:r>
          </a:p>
        </p:txBody>
      </p:sp>
      <p:cxnSp>
        <p:nvCxnSpPr>
          <p:cNvPr id="5" name="Connector 4"/>
          <p:cNvCxnSpPr>
            <a:stCxn id="3" idx="0"/>
            <a:endCxn id="4" idx="0"/>
          </p:cNvCxnSpPr>
          <p:nvPr/>
        </p:nvCxnSpPr>
        <p:spPr>
          <a:xfrm flipV="1">
            <a:off x="2253615" y="5360895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307957" y="2515709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3717" y="2424269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OG-B2</a:t>
            </a:r>
          </a:p>
        </p:txBody>
      </p:sp>
      <p:cxnSp>
        <p:nvCxnSpPr>
          <p:cNvPr id="8" name="Connector 7"/>
          <p:cNvCxnSpPr>
            <a:stCxn id="6" idx="0"/>
            <a:endCxn id="7" idx="0"/>
          </p:cNvCxnSpPr>
          <p:nvPr/>
        </p:nvCxnSpPr>
        <p:spPr>
          <a:xfrm flipV="1">
            <a:off x="2399397" y="2424269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440601" y="5507595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6361" y="5416155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Mini-B3</a:t>
            </a:r>
          </a:p>
        </p:txBody>
      </p:sp>
      <p:cxnSp>
        <p:nvCxnSpPr>
          <p:cNvPr id="11" name="Connector 10"/>
          <p:cNvCxnSpPr>
            <a:stCxn id="9" idx="0"/>
            <a:endCxn id="10" idx="0"/>
          </p:cNvCxnSpPr>
          <p:nvPr/>
        </p:nvCxnSpPr>
        <p:spPr>
          <a:xfrm flipV="1">
            <a:off x="2532041" y="5416155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58683" y="4328831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4443" y="4237391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Mini-B4</a:t>
            </a:r>
          </a:p>
        </p:txBody>
      </p:sp>
      <p:cxnSp>
        <p:nvCxnSpPr>
          <p:cNvPr id="14" name="Connector 13"/>
          <p:cNvCxnSpPr>
            <a:stCxn id="12" idx="0"/>
            <a:endCxn id="13" idx="0"/>
          </p:cNvCxnSpPr>
          <p:nvPr/>
        </p:nvCxnSpPr>
        <p:spPr>
          <a:xfrm flipV="1">
            <a:off x="2550123" y="4237391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75634" y="6314159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1394" y="6222719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SI-B1</a:t>
            </a:r>
          </a:p>
        </p:txBody>
      </p:sp>
      <p:cxnSp>
        <p:nvCxnSpPr>
          <p:cNvPr id="17" name="Connector 16"/>
          <p:cNvCxnSpPr>
            <a:stCxn id="15" idx="0"/>
            <a:endCxn id="16" idx="0"/>
          </p:cNvCxnSpPr>
          <p:nvPr/>
        </p:nvCxnSpPr>
        <p:spPr>
          <a:xfrm flipV="1">
            <a:off x="2567074" y="6222719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529737" y="5570350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5497" y="5478910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Mini-L2</a:t>
            </a:r>
          </a:p>
        </p:txBody>
      </p:sp>
      <p:cxnSp>
        <p:nvCxnSpPr>
          <p:cNvPr id="20" name="Connector 19"/>
          <p:cNvCxnSpPr>
            <a:stCxn id="18" idx="0"/>
            <a:endCxn id="19" idx="0"/>
          </p:cNvCxnSpPr>
          <p:nvPr/>
        </p:nvCxnSpPr>
        <p:spPr>
          <a:xfrm flipV="1">
            <a:off x="2621177" y="5478910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570562" y="6267106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6322" y="617566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SI-B2</a:t>
            </a:r>
          </a:p>
        </p:txBody>
      </p:sp>
      <p:cxnSp>
        <p:nvCxnSpPr>
          <p:cNvPr id="23" name="Connector 22"/>
          <p:cNvCxnSpPr>
            <a:stCxn id="21" idx="0"/>
            <a:endCxn id="22" idx="0"/>
          </p:cNvCxnSpPr>
          <p:nvPr/>
        </p:nvCxnSpPr>
        <p:spPr>
          <a:xfrm flipV="1">
            <a:off x="2662002" y="617566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579179" y="6417242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44939" y="632580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A-3 (A)</a:t>
            </a:r>
          </a:p>
        </p:txBody>
      </p:sp>
      <p:cxnSp>
        <p:nvCxnSpPr>
          <p:cNvPr id="26" name="Connector 25"/>
          <p:cNvCxnSpPr>
            <a:stCxn id="24" idx="0"/>
            <a:endCxn id="25" idx="0"/>
          </p:cNvCxnSpPr>
          <p:nvPr/>
        </p:nvCxnSpPr>
        <p:spPr>
          <a:xfrm flipV="1">
            <a:off x="2670619" y="632580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582711" y="5752298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8471" y="5660858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Mini-B1</a:t>
            </a:r>
          </a:p>
        </p:txBody>
      </p:sp>
      <p:cxnSp>
        <p:nvCxnSpPr>
          <p:cNvPr id="29" name="Connector 28"/>
          <p:cNvCxnSpPr>
            <a:stCxn id="27" idx="0"/>
            <a:endCxn id="28" idx="0"/>
          </p:cNvCxnSpPr>
          <p:nvPr/>
        </p:nvCxnSpPr>
        <p:spPr>
          <a:xfrm flipV="1">
            <a:off x="2674151" y="5660858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635684" y="5081436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1444" y="498999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A-5</a:t>
            </a:r>
          </a:p>
        </p:txBody>
      </p:sp>
      <p:cxnSp>
        <p:nvCxnSpPr>
          <p:cNvPr id="32" name="Connector 31"/>
          <p:cNvCxnSpPr>
            <a:stCxn id="30" idx="0"/>
            <a:endCxn id="31" idx="0"/>
          </p:cNvCxnSpPr>
          <p:nvPr/>
        </p:nvCxnSpPr>
        <p:spPr>
          <a:xfrm flipV="1">
            <a:off x="2727124" y="498999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635684" y="5081436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1444" y="498999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OG-B1</a:t>
            </a:r>
          </a:p>
        </p:txBody>
      </p:sp>
      <p:cxnSp>
        <p:nvCxnSpPr>
          <p:cNvPr id="35" name="Connector 34"/>
          <p:cNvCxnSpPr>
            <a:stCxn id="33" idx="0"/>
            <a:endCxn id="34" idx="0"/>
          </p:cNvCxnSpPr>
          <p:nvPr/>
        </p:nvCxnSpPr>
        <p:spPr>
          <a:xfrm flipV="1">
            <a:off x="2727124" y="498999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653765" y="6088687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9525" y="599724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SI-L2</a:t>
            </a:r>
          </a:p>
        </p:txBody>
      </p:sp>
      <p:cxnSp>
        <p:nvCxnSpPr>
          <p:cNvPr id="38" name="Connector 37"/>
          <p:cNvCxnSpPr>
            <a:stCxn id="36" idx="0"/>
            <a:endCxn id="37" idx="0"/>
          </p:cNvCxnSpPr>
          <p:nvPr/>
        </p:nvCxnSpPr>
        <p:spPr>
          <a:xfrm flipV="1">
            <a:off x="2745205" y="599724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2716485" y="5691412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82245" y="559997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A-3 (B)</a:t>
            </a:r>
          </a:p>
        </p:txBody>
      </p:sp>
      <p:cxnSp>
        <p:nvCxnSpPr>
          <p:cNvPr id="41" name="Connector 40"/>
          <p:cNvCxnSpPr>
            <a:stCxn id="39" idx="0"/>
            <a:endCxn id="40" idx="0"/>
          </p:cNvCxnSpPr>
          <p:nvPr/>
        </p:nvCxnSpPr>
        <p:spPr>
          <a:xfrm flipV="1">
            <a:off x="2807925" y="559997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735697" y="5307824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1457" y="5216384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A-3</a:t>
            </a:r>
          </a:p>
        </p:txBody>
      </p:sp>
      <p:cxnSp>
        <p:nvCxnSpPr>
          <p:cNvPr id="44" name="Connector 43"/>
          <p:cNvCxnSpPr>
            <a:stCxn id="42" idx="0"/>
            <a:endCxn id="43" idx="0"/>
          </p:cNvCxnSpPr>
          <p:nvPr/>
        </p:nvCxnSpPr>
        <p:spPr>
          <a:xfrm flipV="1">
            <a:off x="2827137" y="5216384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026696" y="6258015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2456" y="6166575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A-3 (C)</a:t>
            </a:r>
          </a:p>
        </p:txBody>
      </p:sp>
      <p:cxnSp>
        <p:nvCxnSpPr>
          <p:cNvPr id="47" name="Connector 46"/>
          <p:cNvCxnSpPr>
            <a:stCxn id="45" idx="0"/>
            <a:endCxn id="46" idx="0"/>
          </p:cNvCxnSpPr>
          <p:nvPr/>
        </p:nvCxnSpPr>
        <p:spPr>
          <a:xfrm flipV="1">
            <a:off x="3118136" y="6166575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098740" y="4018527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64500" y="392708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A-4</a:t>
            </a:r>
          </a:p>
        </p:txBody>
      </p:sp>
      <p:cxnSp>
        <p:nvCxnSpPr>
          <p:cNvPr id="50" name="Connector 49"/>
          <p:cNvCxnSpPr>
            <a:stCxn id="48" idx="0"/>
            <a:endCxn id="49" idx="0"/>
          </p:cNvCxnSpPr>
          <p:nvPr/>
        </p:nvCxnSpPr>
        <p:spPr>
          <a:xfrm flipV="1">
            <a:off x="3190180" y="392708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117669" y="6322068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83429" y="6230628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SI-L1</a:t>
            </a:r>
          </a:p>
        </p:txBody>
      </p:sp>
      <p:cxnSp>
        <p:nvCxnSpPr>
          <p:cNvPr id="53" name="Connector 52"/>
          <p:cNvCxnSpPr>
            <a:stCxn id="51" idx="0"/>
            <a:endCxn id="52" idx="0"/>
          </p:cNvCxnSpPr>
          <p:nvPr/>
        </p:nvCxnSpPr>
        <p:spPr>
          <a:xfrm flipV="1">
            <a:off x="3209109" y="6230628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352869" y="5333962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18629" y="524252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DI-L1</a:t>
            </a:r>
          </a:p>
        </p:txBody>
      </p:sp>
      <p:cxnSp>
        <p:nvCxnSpPr>
          <p:cNvPr id="56" name="Connector 55"/>
          <p:cNvCxnSpPr>
            <a:stCxn id="54" idx="0"/>
            <a:endCxn id="55" idx="0"/>
          </p:cNvCxnSpPr>
          <p:nvPr/>
        </p:nvCxnSpPr>
        <p:spPr>
          <a:xfrm flipV="1">
            <a:off x="3444309" y="524252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3459805" y="5746956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25565" y="565551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Mini-L1</a:t>
            </a:r>
          </a:p>
        </p:txBody>
      </p:sp>
      <p:cxnSp>
        <p:nvCxnSpPr>
          <p:cNvPr id="59" name="Connector 58"/>
          <p:cNvCxnSpPr>
            <a:stCxn id="57" idx="0"/>
            <a:endCxn id="58" idx="0"/>
          </p:cNvCxnSpPr>
          <p:nvPr/>
        </p:nvCxnSpPr>
        <p:spPr>
          <a:xfrm flipV="1">
            <a:off x="3551245" y="565551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672121" y="6105091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37881" y="6013651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Scratch(LSTM)-B1</a:t>
            </a:r>
          </a:p>
        </p:txBody>
      </p:sp>
      <p:cxnSp>
        <p:nvCxnSpPr>
          <p:cNvPr id="62" name="Connector 61"/>
          <p:cNvCxnSpPr>
            <a:stCxn id="60" idx="0"/>
            <a:endCxn id="61" idx="0"/>
          </p:cNvCxnSpPr>
          <p:nvPr/>
        </p:nvCxnSpPr>
        <p:spPr>
          <a:xfrm flipV="1">
            <a:off x="3763561" y="6013651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691332" y="6334522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57092" y="624308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DI-B2</a:t>
            </a:r>
          </a:p>
        </p:txBody>
      </p:sp>
      <p:cxnSp>
        <p:nvCxnSpPr>
          <p:cNvPr id="65" name="Connector 64"/>
          <p:cNvCxnSpPr>
            <a:stCxn id="63" idx="0"/>
            <a:endCxn id="64" idx="0"/>
          </p:cNvCxnSpPr>
          <p:nvPr/>
        </p:nvCxnSpPr>
        <p:spPr>
          <a:xfrm flipV="1">
            <a:off x="3782772" y="624308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771287" y="5953590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37047" y="5862150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DI-L2</a:t>
            </a:r>
          </a:p>
        </p:txBody>
      </p:sp>
      <p:cxnSp>
        <p:nvCxnSpPr>
          <p:cNvPr id="68" name="Connector 67"/>
          <p:cNvCxnSpPr>
            <a:stCxn id="66" idx="0"/>
            <a:endCxn id="67" idx="0"/>
          </p:cNvCxnSpPr>
          <p:nvPr/>
        </p:nvCxnSpPr>
        <p:spPr>
          <a:xfrm flipV="1">
            <a:off x="3862727" y="5862150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806602" y="6178016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72362" y="608657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NC-L2</a:t>
            </a:r>
          </a:p>
        </p:txBody>
      </p:sp>
      <p:cxnSp>
        <p:nvCxnSpPr>
          <p:cNvPr id="71" name="Connector 70"/>
          <p:cNvCxnSpPr>
            <a:stCxn id="69" idx="0"/>
            <a:endCxn id="70" idx="0"/>
          </p:cNvCxnSpPr>
          <p:nvPr/>
        </p:nvCxnSpPr>
        <p:spPr>
          <a:xfrm flipV="1">
            <a:off x="3898042" y="608657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953090" y="6534368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18850" y="6442928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NC-B2</a:t>
            </a:r>
          </a:p>
        </p:txBody>
      </p:sp>
      <p:cxnSp>
        <p:nvCxnSpPr>
          <p:cNvPr id="74" name="Connector 73"/>
          <p:cNvCxnSpPr>
            <a:stCxn id="72" idx="0"/>
            <a:endCxn id="73" idx="0"/>
          </p:cNvCxnSpPr>
          <p:nvPr/>
        </p:nvCxnSpPr>
        <p:spPr>
          <a:xfrm flipV="1">
            <a:off x="4044530" y="6442928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3985439" y="2823853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51199" y="2732413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NC-B1</a:t>
            </a:r>
          </a:p>
        </p:txBody>
      </p:sp>
      <p:cxnSp>
        <p:nvCxnSpPr>
          <p:cNvPr id="77" name="Connector 76"/>
          <p:cNvCxnSpPr>
            <a:stCxn id="75" idx="0"/>
            <a:endCxn id="76" idx="0"/>
          </p:cNvCxnSpPr>
          <p:nvPr/>
        </p:nvCxnSpPr>
        <p:spPr>
          <a:xfrm flipV="1">
            <a:off x="4076879" y="2732413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3992220" y="6058936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57980" y="596749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NC-L1</a:t>
            </a:r>
          </a:p>
        </p:txBody>
      </p:sp>
      <p:cxnSp>
        <p:nvCxnSpPr>
          <p:cNvPr id="80" name="Connector 79"/>
          <p:cNvCxnSpPr>
            <a:stCxn id="78" idx="0"/>
            <a:endCxn id="79" idx="0"/>
          </p:cNvCxnSpPr>
          <p:nvPr/>
        </p:nvCxnSpPr>
        <p:spPr>
          <a:xfrm flipV="1">
            <a:off x="4083660" y="596749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4363738" y="6379194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29498" y="6287754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Scratch(GRU)-B1</a:t>
            </a:r>
          </a:p>
        </p:txBody>
      </p:sp>
      <p:cxnSp>
        <p:nvCxnSpPr>
          <p:cNvPr id="83" name="Connector 82"/>
          <p:cNvCxnSpPr>
            <a:stCxn id="81" idx="0"/>
            <a:endCxn id="82" idx="0"/>
          </p:cNvCxnSpPr>
          <p:nvPr/>
        </p:nvCxnSpPr>
        <p:spPr>
          <a:xfrm flipV="1">
            <a:off x="4455178" y="6287754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4469402" y="4589084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35162" y="4497644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Single-class A-2</a:t>
            </a:r>
          </a:p>
        </p:txBody>
      </p:sp>
      <p:cxnSp>
        <p:nvCxnSpPr>
          <p:cNvPr id="86" name="Connector 85"/>
          <p:cNvCxnSpPr>
            <a:stCxn id="84" idx="0"/>
            <a:endCxn id="85" idx="0"/>
          </p:cNvCxnSpPr>
          <p:nvPr/>
        </p:nvCxnSpPr>
        <p:spPr>
          <a:xfrm flipV="1">
            <a:off x="4560842" y="4497644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755174" y="6567869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934" y="6476429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DI-B1</a:t>
            </a:r>
          </a:p>
        </p:txBody>
      </p:sp>
      <p:cxnSp>
        <p:nvCxnSpPr>
          <p:cNvPr id="89" name="Connector 88"/>
          <p:cNvCxnSpPr>
            <a:stCxn id="87" idx="0"/>
            <a:endCxn id="88" idx="0"/>
          </p:cNvCxnSpPr>
          <p:nvPr/>
        </p:nvCxnSpPr>
        <p:spPr>
          <a:xfrm flipV="1">
            <a:off x="4846614" y="6476429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5062984" y="1592580"/>
            <a:ext cx="182880" cy="182880"/>
          </a:xfrm>
          <a:prstGeom prst="ellipse">
            <a:avLst/>
          </a:prstGeom>
          <a:solidFill>
            <a:srgbClr val="2980B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28744" y="1501140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Two-Stream-L1</a:t>
            </a:r>
          </a:p>
        </p:txBody>
      </p:sp>
      <p:cxnSp>
        <p:nvCxnSpPr>
          <p:cNvPr id="92" name="Connector 91"/>
          <p:cNvCxnSpPr>
            <a:stCxn id="90" idx="0"/>
            <a:endCxn id="91" idx="0"/>
          </p:cNvCxnSpPr>
          <p:nvPr/>
        </p:nvCxnSpPr>
        <p:spPr>
          <a:xfrm flipV="1">
            <a:off x="5154424" y="1501140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5487051" y="5377935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52811" y="5286495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Fusion-L1</a:t>
            </a:r>
          </a:p>
        </p:txBody>
      </p:sp>
      <p:cxnSp>
        <p:nvCxnSpPr>
          <p:cNvPr id="95" name="Connector 94"/>
          <p:cNvCxnSpPr>
            <a:stCxn id="93" idx="0"/>
            <a:endCxn id="94" idx="0"/>
          </p:cNvCxnSpPr>
          <p:nvPr/>
        </p:nvCxnSpPr>
        <p:spPr>
          <a:xfrm flipV="1">
            <a:off x="5578491" y="5286495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5645829" y="5888222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11589" y="579678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Fusion(S)-L1</a:t>
            </a:r>
          </a:p>
        </p:txBody>
      </p:sp>
      <p:cxnSp>
        <p:nvCxnSpPr>
          <p:cNvPr id="98" name="Connector 97"/>
          <p:cNvCxnSpPr>
            <a:stCxn id="96" idx="0"/>
            <a:endCxn id="97" idx="0"/>
          </p:cNvCxnSpPr>
          <p:nvPr/>
        </p:nvCxnSpPr>
        <p:spPr>
          <a:xfrm flipV="1">
            <a:off x="5737269" y="579678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5946434" y="7201877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12194" y="711043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Scratch(LSTM)-L1</a:t>
            </a:r>
          </a:p>
        </p:txBody>
      </p:sp>
      <p:cxnSp>
        <p:nvCxnSpPr>
          <p:cNvPr id="101" name="Connector 100"/>
          <p:cNvCxnSpPr>
            <a:stCxn id="99" idx="0"/>
            <a:endCxn id="100" idx="0"/>
          </p:cNvCxnSpPr>
          <p:nvPr/>
        </p:nvCxnSpPr>
        <p:spPr>
          <a:xfrm flipV="1">
            <a:off x="6037874" y="711043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6288005" y="6051867"/>
            <a:ext cx="182880" cy="182880"/>
          </a:xfrm>
          <a:prstGeom prst="ellipse">
            <a:avLst/>
          </a:prstGeom>
          <a:solidFill>
            <a:srgbClr val="2980B9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53765" y="596042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Two-Stream-B1</a:t>
            </a:r>
          </a:p>
        </p:txBody>
      </p:sp>
      <p:cxnSp>
        <p:nvCxnSpPr>
          <p:cNvPr id="104" name="Connector 103"/>
          <p:cNvCxnSpPr>
            <a:stCxn id="102" idx="0"/>
            <a:endCxn id="103" idx="0"/>
          </p:cNvCxnSpPr>
          <p:nvPr/>
        </p:nvCxnSpPr>
        <p:spPr>
          <a:xfrm flipV="1">
            <a:off x="6379445" y="596042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6570105" y="6317372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35865" y="622593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T(O)-b(5)</a:t>
            </a:r>
          </a:p>
        </p:txBody>
      </p:sp>
      <p:cxnSp>
        <p:nvCxnSpPr>
          <p:cNvPr id="107" name="Connector 106"/>
          <p:cNvCxnSpPr>
            <a:stCxn id="105" idx="0"/>
            <a:endCxn id="106" idx="0"/>
          </p:cNvCxnSpPr>
          <p:nvPr/>
        </p:nvCxnSpPr>
        <p:spPr>
          <a:xfrm flipV="1">
            <a:off x="6661545" y="622593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950946" y="6645306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16706" y="655386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CNN_RNN-1</a:t>
            </a:r>
          </a:p>
        </p:txBody>
      </p:sp>
      <p:cxnSp>
        <p:nvCxnSpPr>
          <p:cNvPr id="110" name="Connector 109"/>
          <p:cNvCxnSpPr>
            <a:stCxn id="108" idx="0"/>
            <a:endCxn id="109" idx="0"/>
          </p:cNvCxnSpPr>
          <p:nvPr/>
        </p:nvCxnSpPr>
        <p:spPr>
          <a:xfrm flipV="1">
            <a:off x="7042386" y="655386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7061554" y="6806337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27314" y="671489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Scratch(LSTM)-Mixed1</a:t>
            </a:r>
          </a:p>
        </p:txBody>
      </p:sp>
      <p:cxnSp>
        <p:nvCxnSpPr>
          <p:cNvPr id="113" name="Connector 112"/>
          <p:cNvCxnSpPr>
            <a:stCxn id="111" idx="0"/>
            <a:endCxn id="112" idx="0"/>
          </p:cNvCxnSpPr>
          <p:nvPr/>
        </p:nvCxnSpPr>
        <p:spPr>
          <a:xfrm flipV="1">
            <a:off x="7152994" y="671489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7221604" y="4307897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87364" y="4216457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DIT-1</a:t>
            </a:r>
          </a:p>
        </p:txBody>
      </p:sp>
      <p:cxnSp>
        <p:nvCxnSpPr>
          <p:cNvPr id="116" name="Connector 115"/>
          <p:cNvCxnSpPr>
            <a:stCxn id="114" idx="0"/>
            <a:endCxn id="115" idx="0"/>
          </p:cNvCxnSpPr>
          <p:nvPr/>
        </p:nvCxnSpPr>
        <p:spPr>
          <a:xfrm flipV="1">
            <a:off x="7313044" y="4216457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/>
          <p:cNvSpPr/>
          <p:nvPr/>
        </p:nvSpPr>
        <p:spPr>
          <a:xfrm>
            <a:off x="7320204" y="4782546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85964" y="4691106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T(O)-a</a:t>
            </a:r>
          </a:p>
        </p:txBody>
      </p:sp>
      <p:cxnSp>
        <p:nvCxnSpPr>
          <p:cNvPr id="119" name="Connector 118"/>
          <p:cNvCxnSpPr>
            <a:stCxn id="117" idx="0"/>
            <a:endCxn id="118" idx="0"/>
          </p:cNvCxnSpPr>
          <p:nvPr/>
        </p:nvCxnSpPr>
        <p:spPr>
          <a:xfrm flipV="1">
            <a:off x="7411644" y="4691106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7511049" y="3791791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76809" y="3700351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T(O)-b(7)</a:t>
            </a:r>
          </a:p>
        </p:txBody>
      </p:sp>
      <p:cxnSp>
        <p:nvCxnSpPr>
          <p:cNvPr id="122" name="Connector 121"/>
          <p:cNvCxnSpPr>
            <a:stCxn id="120" idx="0"/>
            <a:endCxn id="121" idx="0"/>
          </p:cNvCxnSpPr>
          <p:nvPr/>
        </p:nvCxnSpPr>
        <p:spPr>
          <a:xfrm flipV="1">
            <a:off x="7602489" y="3700351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Oval 122"/>
          <p:cNvSpPr/>
          <p:nvPr/>
        </p:nvSpPr>
        <p:spPr>
          <a:xfrm>
            <a:off x="7516841" y="5885242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882601" y="5793802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Fusion-B1</a:t>
            </a:r>
          </a:p>
        </p:txBody>
      </p:sp>
      <p:cxnSp>
        <p:nvCxnSpPr>
          <p:cNvPr id="125" name="Connector 124"/>
          <p:cNvCxnSpPr>
            <a:stCxn id="123" idx="0"/>
            <a:endCxn id="124" idx="0"/>
          </p:cNvCxnSpPr>
          <p:nvPr/>
        </p:nvCxnSpPr>
        <p:spPr>
          <a:xfrm flipV="1">
            <a:off x="7608281" y="5793802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8741015" y="5735711"/>
            <a:ext cx="182880" cy="182880"/>
          </a:xfrm>
          <a:prstGeom prst="ellipse">
            <a:avLst/>
          </a:prstGeom>
          <a:solidFill>
            <a:srgbClr val="8E44AD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106775" y="5644271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Fusion DIT-2</a:t>
            </a:r>
          </a:p>
        </p:txBody>
      </p:sp>
      <p:cxnSp>
        <p:nvCxnSpPr>
          <p:cNvPr id="128" name="Connector 127"/>
          <p:cNvCxnSpPr>
            <a:stCxn id="126" idx="0"/>
            <a:endCxn id="127" idx="0"/>
          </p:cNvCxnSpPr>
          <p:nvPr/>
        </p:nvCxnSpPr>
        <p:spPr>
          <a:xfrm flipV="1">
            <a:off x="8832455" y="5644271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Oval 128"/>
          <p:cNvSpPr/>
          <p:nvPr/>
        </p:nvSpPr>
        <p:spPr>
          <a:xfrm>
            <a:off x="9838477" y="7459980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04237" y="7368540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OG-L2</a:t>
            </a:r>
          </a:p>
        </p:txBody>
      </p:sp>
      <p:cxnSp>
        <p:nvCxnSpPr>
          <p:cNvPr id="131" name="Connector 130"/>
          <p:cNvCxnSpPr>
            <a:stCxn id="129" idx="0"/>
            <a:endCxn id="130" idx="0"/>
          </p:cNvCxnSpPr>
          <p:nvPr/>
        </p:nvCxnSpPr>
        <p:spPr>
          <a:xfrm flipV="1">
            <a:off x="9929917" y="7368540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838759" y="7459849"/>
            <a:ext cx="182880" cy="182880"/>
          </a:xfrm>
          <a:prstGeom prst="ellipse">
            <a:avLst/>
          </a:prstGeom>
          <a:solidFill>
            <a:srgbClr val="D3540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04519" y="7368409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CNN_RNN Scratch(GRU)-L1</a:t>
            </a:r>
          </a:p>
        </p:txBody>
      </p:sp>
      <p:cxnSp>
        <p:nvCxnSpPr>
          <p:cNvPr id="134" name="Connector 133"/>
          <p:cNvCxnSpPr>
            <a:stCxn id="132" idx="0"/>
            <a:endCxn id="133" idx="0"/>
          </p:cNvCxnSpPr>
          <p:nvPr/>
        </p:nvCxnSpPr>
        <p:spPr>
          <a:xfrm flipV="1">
            <a:off x="9930199" y="7368409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/>
          <p:cNvSpPr/>
          <p:nvPr/>
        </p:nvSpPr>
        <p:spPr>
          <a:xfrm>
            <a:off x="9839325" y="7459569"/>
            <a:ext cx="182880" cy="182880"/>
          </a:xfrm>
          <a:prstGeom prst="ellipse">
            <a:avLst/>
          </a:prstGeom>
          <a:solidFill>
            <a:srgbClr val="27AE60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205085" y="7368129"/>
            <a:ext cx="1828800" cy="3657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I3D OG-L1</a:t>
            </a:r>
          </a:p>
        </p:txBody>
      </p:sp>
      <p:cxnSp>
        <p:nvCxnSpPr>
          <p:cNvPr id="137" name="Connector 136"/>
          <p:cNvCxnSpPr>
            <a:stCxn id="135" idx="0"/>
            <a:endCxn id="136" idx="0"/>
          </p:cNvCxnSpPr>
          <p:nvPr/>
        </p:nvCxnSpPr>
        <p:spPr>
          <a:xfrm flipV="1">
            <a:off x="9930765" y="7368129"/>
            <a:ext cx="1188720" cy="9144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
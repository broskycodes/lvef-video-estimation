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9144000" cx="118872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7" roundtripDataSignature="AMtx7mhIyLsOSLpajvMrq5K0UPyhRt+kq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lot_bg_empty_v8.png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6132" y="521208"/>
            <a:ext cx="9774936" cy="810158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/>
          <p:nvPr/>
        </p:nvSpPr>
        <p:spPr>
          <a:xfrm>
            <a:off x="2120138" y="5322287"/>
            <a:ext cx="182880" cy="182880"/>
          </a:xfrm>
          <a:prstGeom prst="ellipse">
            <a:avLst/>
          </a:prstGeom>
          <a:solidFill>
            <a:srgbClr val="27AE6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2485898" y="5230847"/>
            <a:ext cx="18288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I3D Mini-B2</a:t>
            </a:r>
            <a:endParaRPr/>
          </a:p>
        </p:txBody>
      </p:sp>
      <p:cxnSp>
        <p:nvCxnSpPr>
          <p:cNvPr id="87" name="Google Shape;87;p1"/>
          <p:cNvCxnSpPr>
            <a:stCxn id="85" idx="0"/>
            <a:endCxn id="86" idx="0"/>
          </p:cNvCxnSpPr>
          <p:nvPr/>
        </p:nvCxnSpPr>
        <p:spPr>
          <a:xfrm flipH="1" rot="10800000">
            <a:off x="2211578" y="5230787"/>
            <a:ext cx="1188600" cy="91500"/>
          </a:xfrm>
          <a:prstGeom prst="straightConnector1">
            <a:avLst/>
          </a:prstGeom>
          <a:noFill/>
          <a:ln cap="flat" cmpd="sng" w="9525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88" name="Google Shape;88;p1"/>
          <p:cNvSpPr/>
          <p:nvPr/>
        </p:nvSpPr>
        <p:spPr>
          <a:xfrm>
            <a:off x="2265920" y="2385661"/>
            <a:ext cx="182880" cy="182880"/>
          </a:xfrm>
          <a:prstGeom prst="ellipse">
            <a:avLst/>
          </a:prstGeom>
          <a:solidFill>
            <a:srgbClr val="27AE6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2631680" y="2294221"/>
            <a:ext cx="18288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I3D OG-B2</a:t>
            </a:r>
            <a:endParaRPr/>
          </a:p>
        </p:txBody>
      </p:sp>
      <p:cxnSp>
        <p:nvCxnSpPr>
          <p:cNvPr id="90" name="Google Shape;90;p1"/>
          <p:cNvCxnSpPr>
            <a:stCxn id="88" idx="0"/>
            <a:endCxn id="89" idx="0"/>
          </p:cNvCxnSpPr>
          <p:nvPr/>
        </p:nvCxnSpPr>
        <p:spPr>
          <a:xfrm flipH="1" rot="10800000">
            <a:off x="2357360" y="2294161"/>
            <a:ext cx="1188600" cy="91500"/>
          </a:xfrm>
          <a:prstGeom prst="straightConnector1">
            <a:avLst/>
          </a:prstGeom>
          <a:noFill/>
          <a:ln cap="flat" cmpd="sng" w="9525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91" name="Google Shape;91;p1"/>
          <p:cNvSpPr/>
          <p:nvPr/>
        </p:nvSpPr>
        <p:spPr>
          <a:xfrm>
            <a:off x="2398564" y="5377547"/>
            <a:ext cx="182880" cy="182880"/>
          </a:xfrm>
          <a:prstGeom prst="ellipse">
            <a:avLst/>
          </a:prstGeom>
          <a:solidFill>
            <a:srgbClr val="27AE6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2764324" y="5286107"/>
            <a:ext cx="18288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I3D Mini-B3</a:t>
            </a:r>
            <a:endParaRPr/>
          </a:p>
        </p:txBody>
      </p:sp>
      <p:cxnSp>
        <p:nvCxnSpPr>
          <p:cNvPr id="93" name="Google Shape;93;p1"/>
          <p:cNvCxnSpPr>
            <a:stCxn id="91" idx="0"/>
            <a:endCxn id="92" idx="0"/>
          </p:cNvCxnSpPr>
          <p:nvPr/>
        </p:nvCxnSpPr>
        <p:spPr>
          <a:xfrm flipH="1" rot="10800000">
            <a:off x="2490004" y="5286047"/>
            <a:ext cx="1188600" cy="91500"/>
          </a:xfrm>
          <a:prstGeom prst="straightConnector1">
            <a:avLst/>
          </a:prstGeom>
          <a:noFill/>
          <a:ln cap="flat" cmpd="sng" w="9525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94" name="Google Shape;94;p1"/>
          <p:cNvSpPr/>
          <p:nvPr/>
        </p:nvSpPr>
        <p:spPr>
          <a:xfrm>
            <a:off x="2416646" y="4198783"/>
            <a:ext cx="182880" cy="182880"/>
          </a:xfrm>
          <a:prstGeom prst="ellipse">
            <a:avLst/>
          </a:prstGeom>
          <a:solidFill>
            <a:srgbClr val="27AE6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2782406" y="4107343"/>
            <a:ext cx="18288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I3D Mini-B4</a:t>
            </a:r>
            <a:endParaRPr/>
          </a:p>
        </p:txBody>
      </p:sp>
      <p:cxnSp>
        <p:nvCxnSpPr>
          <p:cNvPr id="96" name="Google Shape;96;p1"/>
          <p:cNvCxnSpPr>
            <a:stCxn id="94" idx="0"/>
            <a:endCxn id="95" idx="0"/>
          </p:cNvCxnSpPr>
          <p:nvPr/>
        </p:nvCxnSpPr>
        <p:spPr>
          <a:xfrm flipH="1" rot="10800000">
            <a:off x="2508086" y="4107283"/>
            <a:ext cx="1188600" cy="91500"/>
          </a:xfrm>
          <a:prstGeom prst="straightConnector1">
            <a:avLst/>
          </a:prstGeom>
          <a:noFill/>
          <a:ln cap="flat" cmpd="sng" w="9525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97" name="Google Shape;97;p1"/>
          <p:cNvSpPr/>
          <p:nvPr/>
        </p:nvSpPr>
        <p:spPr>
          <a:xfrm>
            <a:off x="2433597" y="6184111"/>
            <a:ext cx="182880" cy="182880"/>
          </a:xfrm>
          <a:prstGeom prst="ellipse">
            <a:avLst/>
          </a:prstGeom>
          <a:solidFill>
            <a:srgbClr val="8E44A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2799357" y="6092671"/>
            <a:ext cx="18288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Fusion SI-B1</a:t>
            </a:r>
            <a:endParaRPr/>
          </a:p>
        </p:txBody>
      </p:sp>
      <p:cxnSp>
        <p:nvCxnSpPr>
          <p:cNvPr id="99" name="Google Shape;99;p1"/>
          <p:cNvCxnSpPr>
            <a:stCxn id="97" idx="0"/>
            <a:endCxn id="98" idx="0"/>
          </p:cNvCxnSpPr>
          <p:nvPr/>
        </p:nvCxnSpPr>
        <p:spPr>
          <a:xfrm flipH="1" rot="10800000">
            <a:off x="2525037" y="6092611"/>
            <a:ext cx="1188600" cy="91500"/>
          </a:xfrm>
          <a:prstGeom prst="straightConnector1">
            <a:avLst/>
          </a:prstGeom>
          <a:noFill/>
          <a:ln cap="flat" cmpd="sng" w="9525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00" name="Google Shape;100;p1"/>
          <p:cNvSpPr/>
          <p:nvPr/>
        </p:nvSpPr>
        <p:spPr>
          <a:xfrm>
            <a:off x="2487700" y="5440302"/>
            <a:ext cx="182880" cy="182880"/>
          </a:xfrm>
          <a:prstGeom prst="ellipse">
            <a:avLst/>
          </a:prstGeom>
          <a:solidFill>
            <a:srgbClr val="27AE6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"/>
          <p:cNvSpPr txBox="1"/>
          <p:nvPr/>
        </p:nvSpPr>
        <p:spPr>
          <a:xfrm>
            <a:off x="2853460" y="5348862"/>
            <a:ext cx="18288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I3D Mini-L2</a:t>
            </a:r>
            <a:endParaRPr/>
          </a:p>
        </p:txBody>
      </p:sp>
      <p:cxnSp>
        <p:nvCxnSpPr>
          <p:cNvPr id="102" name="Google Shape;102;p1"/>
          <p:cNvCxnSpPr>
            <a:stCxn id="100" idx="0"/>
            <a:endCxn id="101" idx="0"/>
          </p:cNvCxnSpPr>
          <p:nvPr/>
        </p:nvCxnSpPr>
        <p:spPr>
          <a:xfrm flipH="1" rot="10800000">
            <a:off x="2579140" y="5348802"/>
            <a:ext cx="1188600" cy="91500"/>
          </a:xfrm>
          <a:prstGeom prst="straightConnector1">
            <a:avLst/>
          </a:prstGeom>
          <a:noFill/>
          <a:ln cap="flat" cmpd="sng" w="9525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03" name="Google Shape;103;p1"/>
          <p:cNvSpPr/>
          <p:nvPr/>
        </p:nvSpPr>
        <p:spPr>
          <a:xfrm>
            <a:off x="2528525" y="6137058"/>
            <a:ext cx="182880" cy="182880"/>
          </a:xfrm>
          <a:prstGeom prst="ellipse">
            <a:avLst/>
          </a:prstGeom>
          <a:solidFill>
            <a:srgbClr val="8E44A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2894285" y="6045618"/>
            <a:ext cx="18288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Fusion SI-B2</a:t>
            </a:r>
            <a:endParaRPr/>
          </a:p>
        </p:txBody>
      </p:sp>
      <p:cxnSp>
        <p:nvCxnSpPr>
          <p:cNvPr id="105" name="Google Shape;105;p1"/>
          <p:cNvCxnSpPr>
            <a:stCxn id="103" idx="0"/>
            <a:endCxn id="104" idx="0"/>
          </p:cNvCxnSpPr>
          <p:nvPr/>
        </p:nvCxnSpPr>
        <p:spPr>
          <a:xfrm flipH="1" rot="10800000">
            <a:off x="2619965" y="6045558"/>
            <a:ext cx="1188600" cy="91500"/>
          </a:xfrm>
          <a:prstGeom prst="straightConnector1">
            <a:avLst/>
          </a:prstGeom>
          <a:noFill/>
          <a:ln cap="flat" cmpd="sng" w="9525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06" name="Google Shape;106;p1"/>
          <p:cNvSpPr/>
          <p:nvPr/>
        </p:nvSpPr>
        <p:spPr>
          <a:xfrm>
            <a:off x="2537142" y="6287194"/>
            <a:ext cx="182880" cy="182880"/>
          </a:xfrm>
          <a:prstGeom prst="ellipse">
            <a:avLst/>
          </a:prstGeom>
          <a:solidFill>
            <a:srgbClr val="27AE6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2902902" y="6195754"/>
            <a:ext cx="18288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I3D Single-class A-3 (A)</a:t>
            </a:r>
            <a:endParaRPr/>
          </a:p>
        </p:txBody>
      </p:sp>
      <p:cxnSp>
        <p:nvCxnSpPr>
          <p:cNvPr id="108" name="Google Shape;108;p1"/>
          <p:cNvCxnSpPr>
            <a:stCxn id="106" idx="0"/>
            <a:endCxn id="107" idx="0"/>
          </p:cNvCxnSpPr>
          <p:nvPr/>
        </p:nvCxnSpPr>
        <p:spPr>
          <a:xfrm flipH="1" rot="10800000">
            <a:off x="2628582" y="6195694"/>
            <a:ext cx="1188600" cy="91500"/>
          </a:xfrm>
          <a:prstGeom prst="straightConnector1">
            <a:avLst/>
          </a:prstGeom>
          <a:noFill/>
          <a:ln cap="flat" cmpd="sng" w="9525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09" name="Google Shape;109;p1"/>
          <p:cNvSpPr/>
          <p:nvPr/>
        </p:nvSpPr>
        <p:spPr>
          <a:xfrm>
            <a:off x="2540674" y="5622250"/>
            <a:ext cx="182880" cy="182880"/>
          </a:xfrm>
          <a:prstGeom prst="ellipse">
            <a:avLst/>
          </a:prstGeom>
          <a:solidFill>
            <a:srgbClr val="27AE6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2906434" y="5530810"/>
            <a:ext cx="18288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I3D Mini-B1</a:t>
            </a:r>
            <a:endParaRPr/>
          </a:p>
        </p:txBody>
      </p:sp>
      <p:cxnSp>
        <p:nvCxnSpPr>
          <p:cNvPr id="111" name="Google Shape;111;p1"/>
          <p:cNvCxnSpPr>
            <a:stCxn id="109" idx="0"/>
            <a:endCxn id="110" idx="0"/>
          </p:cNvCxnSpPr>
          <p:nvPr/>
        </p:nvCxnSpPr>
        <p:spPr>
          <a:xfrm flipH="1" rot="10800000">
            <a:off x="2632114" y="5530750"/>
            <a:ext cx="1188600" cy="91500"/>
          </a:xfrm>
          <a:prstGeom prst="straightConnector1">
            <a:avLst/>
          </a:prstGeom>
          <a:noFill/>
          <a:ln cap="flat" cmpd="sng" w="9525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12" name="Google Shape;112;p1"/>
          <p:cNvSpPr/>
          <p:nvPr/>
        </p:nvSpPr>
        <p:spPr>
          <a:xfrm>
            <a:off x="2593647" y="4951388"/>
            <a:ext cx="182880" cy="182880"/>
          </a:xfrm>
          <a:prstGeom prst="ellipse">
            <a:avLst/>
          </a:prstGeom>
          <a:solidFill>
            <a:srgbClr val="27AE6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"/>
          <p:cNvSpPr txBox="1"/>
          <p:nvPr/>
        </p:nvSpPr>
        <p:spPr>
          <a:xfrm>
            <a:off x="2959407" y="4859948"/>
            <a:ext cx="18288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I3D Single-class A-5</a:t>
            </a:r>
            <a:endParaRPr/>
          </a:p>
        </p:txBody>
      </p:sp>
      <p:cxnSp>
        <p:nvCxnSpPr>
          <p:cNvPr id="114" name="Google Shape;114;p1"/>
          <p:cNvCxnSpPr>
            <a:stCxn id="112" idx="0"/>
            <a:endCxn id="113" idx="0"/>
          </p:cNvCxnSpPr>
          <p:nvPr/>
        </p:nvCxnSpPr>
        <p:spPr>
          <a:xfrm flipH="1" rot="10800000">
            <a:off x="2685087" y="4859888"/>
            <a:ext cx="1188600" cy="91500"/>
          </a:xfrm>
          <a:prstGeom prst="straightConnector1">
            <a:avLst/>
          </a:prstGeom>
          <a:noFill/>
          <a:ln cap="flat" cmpd="sng" w="9525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15" name="Google Shape;115;p1"/>
          <p:cNvSpPr/>
          <p:nvPr/>
        </p:nvSpPr>
        <p:spPr>
          <a:xfrm>
            <a:off x="2593647" y="4951388"/>
            <a:ext cx="182880" cy="182880"/>
          </a:xfrm>
          <a:prstGeom prst="ellipse">
            <a:avLst/>
          </a:prstGeom>
          <a:solidFill>
            <a:srgbClr val="27AE6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 txBox="1"/>
          <p:nvPr/>
        </p:nvSpPr>
        <p:spPr>
          <a:xfrm>
            <a:off x="2959407" y="4859948"/>
            <a:ext cx="18288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I3D OG-B1</a:t>
            </a:r>
            <a:endParaRPr/>
          </a:p>
        </p:txBody>
      </p:sp>
      <p:cxnSp>
        <p:nvCxnSpPr>
          <p:cNvPr id="117" name="Google Shape;117;p1"/>
          <p:cNvCxnSpPr>
            <a:stCxn id="115" idx="0"/>
            <a:endCxn id="116" idx="0"/>
          </p:cNvCxnSpPr>
          <p:nvPr/>
        </p:nvCxnSpPr>
        <p:spPr>
          <a:xfrm flipH="1" rot="10800000">
            <a:off x="2685087" y="4859888"/>
            <a:ext cx="1188600" cy="91500"/>
          </a:xfrm>
          <a:prstGeom prst="straightConnector1">
            <a:avLst/>
          </a:prstGeom>
          <a:noFill/>
          <a:ln cap="flat" cmpd="sng" w="9525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18" name="Google Shape;118;p1"/>
          <p:cNvSpPr/>
          <p:nvPr/>
        </p:nvSpPr>
        <p:spPr>
          <a:xfrm>
            <a:off x="2611728" y="5958639"/>
            <a:ext cx="182880" cy="182880"/>
          </a:xfrm>
          <a:prstGeom prst="ellipse">
            <a:avLst/>
          </a:prstGeom>
          <a:solidFill>
            <a:srgbClr val="8E44A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"/>
          <p:cNvSpPr txBox="1"/>
          <p:nvPr/>
        </p:nvSpPr>
        <p:spPr>
          <a:xfrm>
            <a:off x="2977488" y="5867199"/>
            <a:ext cx="18288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Fusion SI-L2</a:t>
            </a:r>
            <a:endParaRPr/>
          </a:p>
        </p:txBody>
      </p:sp>
      <p:cxnSp>
        <p:nvCxnSpPr>
          <p:cNvPr id="120" name="Google Shape;120;p1"/>
          <p:cNvCxnSpPr>
            <a:stCxn id="118" idx="0"/>
            <a:endCxn id="119" idx="0"/>
          </p:cNvCxnSpPr>
          <p:nvPr/>
        </p:nvCxnSpPr>
        <p:spPr>
          <a:xfrm flipH="1" rot="10800000">
            <a:off x="2703168" y="5867139"/>
            <a:ext cx="1188600" cy="91500"/>
          </a:xfrm>
          <a:prstGeom prst="straightConnector1">
            <a:avLst/>
          </a:prstGeom>
          <a:noFill/>
          <a:ln cap="flat" cmpd="sng" w="9525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21" name="Google Shape;121;p1"/>
          <p:cNvSpPr/>
          <p:nvPr/>
        </p:nvSpPr>
        <p:spPr>
          <a:xfrm>
            <a:off x="2674448" y="5561364"/>
            <a:ext cx="182880" cy="182880"/>
          </a:xfrm>
          <a:prstGeom prst="ellipse">
            <a:avLst/>
          </a:prstGeom>
          <a:solidFill>
            <a:srgbClr val="27AE6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"/>
          <p:cNvSpPr txBox="1"/>
          <p:nvPr/>
        </p:nvSpPr>
        <p:spPr>
          <a:xfrm>
            <a:off x="3040208" y="5469924"/>
            <a:ext cx="18288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I3D Single-class A-3 (B)</a:t>
            </a:r>
            <a:endParaRPr/>
          </a:p>
        </p:txBody>
      </p:sp>
      <p:cxnSp>
        <p:nvCxnSpPr>
          <p:cNvPr id="123" name="Google Shape;123;p1"/>
          <p:cNvCxnSpPr>
            <a:stCxn id="121" idx="0"/>
            <a:endCxn id="122" idx="0"/>
          </p:cNvCxnSpPr>
          <p:nvPr/>
        </p:nvCxnSpPr>
        <p:spPr>
          <a:xfrm flipH="1" rot="10800000">
            <a:off x="2765888" y="5469864"/>
            <a:ext cx="1188600" cy="91500"/>
          </a:xfrm>
          <a:prstGeom prst="straightConnector1">
            <a:avLst/>
          </a:prstGeom>
          <a:noFill/>
          <a:ln cap="flat" cmpd="sng" w="9525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24" name="Google Shape;124;p1"/>
          <p:cNvSpPr/>
          <p:nvPr/>
        </p:nvSpPr>
        <p:spPr>
          <a:xfrm>
            <a:off x="2693660" y="5177776"/>
            <a:ext cx="182880" cy="182880"/>
          </a:xfrm>
          <a:prstGeom prst="ellipse">
            <a:avLst/>
          </a:prstGeom>
          <a:solidFill>
            <a:srgbClr val="27AE6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"/>
          <p:cNvSpPr txBox="1"/>
          <p:nvPr/>
        </p:nvSpPr>
        <p:spPr>
          <a:xfrm>
            <a:off x="3059420" y="5086336"/>
            <a:ext cx="18288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I3D Single-class A-3</a:t>
            </a:r>
            <a:endParaRPr/>
          </a:p>
        </p:txBody>
      </p:sp>
      <p:cxnSp>
        <p:nvCxnSpPr>
          <p:cNvPr id="126" name="Google Shape;126;p1"/>
          <p:cNvCxnSpPr>
            <a:stCxn id="124" idx="0"/>
            <a:endCxn id="125" idx="0"/>
          </p:cNvCxnSpPr>
          <p:nvPr/>
        </p:nvCxnSpPr>
        <p:spPr>
          <a:xfrm flipH="1" rot="10800000">
            <a:off x="2785100" y="5086276"/>
            <a:ext cx="1188600" cy="91500"/>
          </a:xfrm>
          <a:prstGeom prst="straightConnector1">
            <a:avLst/>
          </a:prstGeom>
          <a:noFill/>
          <a:ln cap="flat" cmpd="sng" w="9525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27" name="Google Shape;127;p1"/>
          <p:cNvSpPr/>
          <p:nvPr/>
        </p:nvSpPr>
        <p:spPr>
          <a:xfrm>
            <a:off x="2984659" y="6127967"/>
            <a:ext cx="182880" cy="182880"/>
          </a:xfrm>
          <a:prstGeom prst="ellipse">
            <a:avLst/>
          </a:prstGeom>
          <a:solidFill>
            <a:srgbClr val="27AE6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"/>
          <p:cNvSpPr txBox="1"/>
          <p:nvPr/>
        </p:nvSpPr>
        <p:spPr>
          <a:xfrm>
            <a:off x="3350419" y="6036527"/>
            <a:ext cx="18288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I3D Single-class A-3 (C)</a:t>
            </a:r>
            <a:endParaRPr/>
          </a:p>
        </p:txBody>
      </p:sp>
      <p:cxnSp>
        <p:nvCxnSpPr>
          <p:cNvPr id="129" name="Google Shape;129;p1"/>
          <p:cNvCxnSpPr>
            <a:stCxn id="127" idx="0"/>
            <a:endCxn id="128" idx="0"/>
          </p:cNvCxnSpPr>
          <p:nvPr/>
        </p:nvCxnSpPr>
        <p:spPr>
          <a:xfrm flipH="1" rot="10800000">
            <a:off x="3076099" y="6036467"/>
            <a:ext cx="1188600" cy="91500"/>
          </a:xfrm>
          <a:prstGeom prst="straightConnector1">
            <a:avLst/>
          </a:prstGeom>
          <a:noFill/>
          <a:ln cap="flat" cmpd="sng" w="9525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30" name="Google Shape;130;p1"/>
          <p:cNvSpPr/>
          <p:nvPr/>
        </p:nvSpPr>
        <p:spPr>
          <a:xfrm>
            <a:off x="3056703" y="3888479"/>
            <a:ext cx="182880" cy="182880"/>
          </a:xfrm>
          <a:prstGeom prst="ellipse">
            <a:avLst/>
          </a:prstGeom>
          <a:solidFill>
            <a:srgbClr val="27AE6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"/>
          <p:cNvSpPr txBox="1"/>
          <p:nvPr/>
        </p:nvSpPr>
        <p:spPr>
          <a:xfrm>
            <a:off x="3422463" y="3797039"/>
            <a:ext cx="18288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I3D Single-class A-4</a:t>
            </a:r>
            <a:endParaRPr/>
          </a:p>
        </p:txBody>
      </p:sp>
      <p:cxnSp>
        <p:nvCxnSpPr>
          <p:cNvPr id="132" name="Google Shape;132;p1"/>
          <p:cNvCxnSpPr>
            <a:stCxn id="130" idx="0"/>
            <a:endCxn id="131" idx="0"/>
          </p:cNvCxnSpPr>
          <p:nvPr/>
        </p:nvCxnSpPr>
        <p:spPr>
          <a:xfrm flipH="1" rot="10800000">
            <a:off x="3148143" y="3796979"/>
            <a:ext cx="1188600" cy="91500"/>
          </a:xfrm>
          <a:prstGeom prst="straightConnector1">
            <a:avLst/>
          </a:prstGeom>
          <a:noFill/>
          <a:ln cap="flat" cmpd="sng" w="9525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33" name="Google Shape;133;p1"/>
          <p:cNvSpPr/>
          <p:nvPr/>
        </p:nvSpPr>
        <p:spPr>
          <a:xfrm>
            <a:off x="3075632" y="6192020"/>
            <a:ext cx="182880" cy="182880"/>
          </a:xfrm>
          <a:prstGeom prst="ellipse">
            <a:avLst/>
          </a:prstGeom>
          <a:solidFill>
            <a:srgbClr val="8E44A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"/>
          <p:cNvSpPr txBox="1"/>
          <p:nvPr/>
        </p:nvSpPr>
        <p:spPr>
          <a:xfrm>
            <a:off x="3441392" y="6100580"/>
            <a:ext cx="18288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Fusion SI-L1</a:t>
            </a:r>
            <a:endParaRPr/>
          </a:p>
        </p:txBody>
      </p:sp>
      <p:cxnSp>
        <p:nvCxnSpPr>
          <p:cNvPr id="135" name="Google Shape;135;p1"/>
          <p:cNvCxnSpPr>
            <a:stCxn id="133" idx="0"/>
            <a:endCxn id="134" idx="0"/>
          </p:cNvCxnSpPr>
          <p:nvPr/>
        </p:nvCxnSpPr>
        <p:spPr>
          <a:xfrm flipH="1" rot="10800000">
            <a:off x="3167072" y="6100520"/>
            <a:ext cx="1188600" cy="91500"/>
          </a:xfrm>
          <a:prstGeom prst="straightConnector1">
            <a:avLst/>
          </a:prstGeom>
          <a:noFill/>
          <a:ln cap="flat" cmpd="sng" w="9525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36" name="Google Shape;136;p1"/>
          <p:cNvSpPr/>
          <p:nvPr/>
        </p:nvSpPr>
        <p:spPr>
          <a:xfrm>
            <a:off x="3310832" y="5203914"/>
            <a:ext cx="182880" cy="182880"/>
          </a:xfrm>
          <a:prstGeom prst="ellipse">
            <a:avLst/>
          </a:prstGeom>
          <a:solidFill>
            <a:srgbClr val="8E44A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"/>
          <p:cNvSpPr txBox="1"/>
          <p:nvPr/>
        </p:nvSpPr>
        <p:spPr>
          <a:xfrm>
            <a:off x="3676592" y="5112474"/>
            <a:ext cx="18288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Fusion DI-L1</a:t>
            </a:r>
            <a:endParaRPr/>
          </a:p>
        </p:txBody>
      </p:sp>
      <p:cxnSp>
        <p:nvCxnSpPr>
          <p:cNvPr id="138" name="Google Shape;138;p1"/>
          <p:cNvCxnSpPr>
            <a:stCxn id="136" idx="0"/>
            <a:endCxn id="137" idx="0"/>
          </p:cNvCxnSpPr>
          <p:nvPr/>
        </p:nvCxnSpPr>
        <p:spPr>
          <a:xfrm flipH="1" rot="10800000">
            <a:off x="3402272" y="5112414"/>
            <a:ext cx="1188600" cy="91500"/>
          </a:xfrm>
          <a:prstGeom prst="straightConnector1">
            <a:avLst/>
          </a:prstGeom>
          <a:noFill/>
          <a:ln cap="flat" cmpd="sng" w="9525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39" name="Google Shape;139;p1"/>
          <p:cNvSpPr/>
          <p:nvPr/>
        </p:nvSpPr>
        <p:spPr>
          <a:xfrm>
            <a:off x="3417768" y="5616908"/>
            <a:ext cx="182880" cy="182880"/>
          </a:xfrm>
          <a:prstGeom prst="ellipse">
            <a:avLst/>
          </a:prstGeom>
          <a:solidFill>
            <a:srgbClr val="27AE6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"/>
          <p:cNvSpPr txBox="1"/>
          <p:nvPr/>
        </p:nvSpPr>
        <p:spPr>
          <a:xfrm>
            <a:off x="3783528" y="5525468"/>
            <a:ext cx="18288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I3D Mini-L1</a:t>
            </a:r>
            <a:endParaRPr/>
          </a:p>
        </p:txBody>
      </p:sp>
      <p:cxnSp>
        <p:nvCxnSpPr>
          <p:cNvPr id="141" name="Google Shape;141;p1"/>
          <p:cNvCxnSpPr>
            <a:stCxn id="139" idx="0"/>
            <a:endCxn id="140" idx="0"/>
          </p:cNvCxnSpPr>
          <p:nvPr/>
        </p:nvCxnSpPr>
        <p:spPr>
          <a:xfrm flipH="1" rot="10800000">
            <a:off x="3509208" y="5525408"/>
            <a:ext cx="1188600" cy="91500"/>
          </a:xfrm>
          <a:prstGeom prst="straightConnector1">
            <a:avLst/>
          </a:prstGeom>
          <a:noFill/>
          <a:ln cap="flat" cmpd="sng" w="9525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42" name="Google Shape;142;p1"/>
          <p:cNvSpPr/>
          <p:nvPr/>
        </p:nvSpPr>
        <p:spPr>
          <a:xfrm>
            <a:off x="3630084" y="5975043"/>
            <a:ext cx="182880" cy="182880"/>
          </a:xfrm>
          <a:prstGeom prst="ellipse">
            <a:avLst/>
          </a:prstGeom>
          <a:solidFill>
            <a:srgbClr val="D354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"/>
          <p:cNvSpPr txBox="1"/>
          <p:nvPr/>
        </p:nvSpPr>
        <p:spPr>
          <a:xfrm>
            <a:off x="3995844" y="5883603"/>
            <a:ext cx="18288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CNN_RNN Scratch(LSTM)-B1</a:t>
            </a:r>
            <a:endParaRPr/>
          </a:p>
        </p:txBody>
      </p:sp>
      <p:cxnSp>
        <p:nvCxnSpPr>
          <p:cNvPr id="144" name="Google Shape;144;p1"/>
          <p:cNvCxnSpPr>
            <a:stCxn id="142" idx="0"/>
            <a:endCxn id="143" idx="0"/>
          </p:cNvCxnSpPr>
          <p:nvPr/>
        </p:nvCxnSpPr>
        <p:spPr>
          <a:xfrm flipH="1" rot="10800000">
            <a:off x="3721524" y="5883543"/>
            <a:ext cx="1188600" cy="91500"/>
          </a:xfrm>
          <a:prstGeom prst="straightConnector1">
            <a:avLst/>
          </a:prstGeom>
          <a:noFill/>
          <a:ln cap="flat" cmpd="sng" w="9525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45" name="Google Shape;145;p1"/>
          <p:cNvSpPr/>
          <p:nvPr/>
        </p:nvSpPr>
        <p:spPr>
          <a:xfrm>
            <a:off x="3649295" y="6204474"/>
            <a:ext cx="182880" cy="182880"/>
          </a:xfrm>
          <a:prstGeom prst="ellipse">
            <a:avLst/>
          </a:prstGeom>
          <a:solidFill>
            <a:srgbClr val="8E44A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"/>
          <p:cNvSpPr txBox="1"/>
          <p:nvPr/>
        </p:nvSpPr>
        <p:spPr>
          <a:xfrm>
            <a:off x="4015055" y="6113034"/>
            <a:ext cx="18288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Fusion DI-B2</a:t>
            </a:r>
            <a:endParaRPr/>
          </a:p>
        </p:txBody>
      </p:sp>
      <p:cxnSp>
        <p:nvCxnSpPr>
          <p:cNvPr id="147" name="Google Shape;147;p1"/>
          <p:cNvCxnSpPr>
            <a:stCxn id="145" idx="0"/>
            <a:endCxn id="146" idx="0"/>
          </p:cNvCxnSpPr>
          <p:nvPr/>
        </p:nvCxnSpPr>
        <p:spPr>
          <a:xfrm flipH="1" rot="10800000">
            <a:off x="3740735" y="6112974"/>
            <a:ext cx="1188600" cy="91500"/>
          </a:xfrm>
          <a:prstGeom prst="straightConnector1">
            <a:avLst/>
          </a:prstGeom>
          <a:noFill/>
          <a:ln cap="flat" cmpd="sng" w="9525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48" name="Google Shape;148;p1"/>
          <p:cNvSpPr/>
          <p:nvPr/>
        </p:nvSpPr>
        <p:spPr>
          <a:xfrm>
            <a:off x="3729250" y="5823542"/>
            <a:ext cx="182880" cy="182880"/>
          </a:xfrm>
          <a:prstGeom prst="ellipse">
            <a:avLst/>
          </a:prstGeom>
          <a:solidFill>
            <a:srgbClr val="8E44A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"/>
          <p:cNvSpPr txBox="1"/>
          <p:nvPr/>
        </p:nvSpPr>
        <p:spPr>
          <a:xfrm>
            <a:off x="4095010" y="5732102"/>
            <a:ext cx="18288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Fusion DI-L2</a:t>
            </a:r>
            <a:endParaRPr/>
          </a:p>
        </p:txBody>
      </p:sp>
      <p:cxnSp>
        <p:nvCxnSpPr>
          <p:cNvPr id="150" name="Google Shape;150;p1"/>
          <p:cNvCxnSpPr>
            <a:stCxn id="148" idx="0"/>
            <a:endCxn id="149" idx="0"/>
          </p:cNvCxnSpPr>
          <p:nvPr/>
        </p:nvCxnSpPr>
        <p:spPr>
          <a:xfrm flipH="1" rot="10800000">
            <a:off x="3820690" y="5732042"/>
            <a:ext cx="1188600" cy="91500"/>
          </a:xfrm>
          <a:prstGeom prst="straightConnector1">
            <a:avLst/>
          </a:prstGeom>
          <a:noFill/>
          <a:ln cap="flat" cmpd="sng" w="9525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51" name="Google Shape;151;p1"/>
          <p:cNvSpPr/>
          <p:nvPr/>
        </p:nvSpPr>
        <p:spPr>
          <a:xfrm>
            <a:off x="3764565" y="6047968"/>
            <a:ext cx="182880" cy="182880"/>
          </a:xfrm>
          <a:prstGeom prst="ellipse">
            <a:avLst/>
          </a:prstGeom>
          <a:solidFill>
            <a:srgbClr val="8E44A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"/>
          <p:cNvSpPr txBox="1"/>
          <p:nvPr/>
        </p:nvSpPr>
        <p:spPr>
          <a:xfrm>
            <a:off x="4130325" y="5956528"/>
            <a:ext cx="18288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Fusion NC-L2</a:t>
            </a:r>
            <a:endParaRPr/>
          </a:p>
        </p:txBody>
      </p:sp>
      <p:cxnSp>
        <p:nvCxnSpPr>
          <p:cNvPr id="153" name="Google Shape;153;p1"/>
          <p:cNvCxnSpPr>
            <a:stCxn id="151" idx="0"/>
            <a:endCxn id="152" idx="0"/>
          </p:cNvCxnSpPr>
          <p:nvPr/>
        </p:nvCxnSpPr>
        <p:spPr>
          <a:xfrm flipH="1" rot="10800000">
            <a:off x="3856005" y="5956468"/>
            <a:ext cx="1188600" cy="91500"/>
          </a:xfrm>
          <a:prstGeom prst="straightConnector1">
            <a:avLst/>
          </a:prstGeom>
          <a:noFill/>
          <a:ln cap="flat" cmpd="sng" w="9525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54" name="Google Shape;154;p1"/>
          <p:cNvSpPr/>
          <p:nvPr/>
        </p:nvSpPr>
        <p:spPr>
          <a:xfrm>
            <a:off x="3911053" y="6404320"/>
            <a:ext cx="182880" cy="182880"/>
          </a:xfrm>
          <a:prstGeom prst="ellipse">
            <a:avLst/>
          </a:prstGeom>
          <a:solidFill>
            <a:srgbClr val="8E44A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"/>
          <p:cNvSpPr txBox="1"/>
          <p:nvPr/>
        </p:nvSpPr>
        <p:spPr>
          <a:xfrm>
            <a:off x="4276813" y="6312880"/>
            <a:ext cx="18288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Fusion NC-B2</a:t>
            </a:r>
            <a:endParaRPr/>
          </a:p>
        </p:txBody>
      </p:sp>
      <p:cxnSp>
        <p:nvCxnSpPr>
          <p:cNvPr id="156" name="Google Shape;156;p1"/>
          <p:cNvCxnSpPr>
            <a:stCxn id="154" idx="0"/>
            <a:endCxn id="155" idx="0"/>
          </p:cNvCxnSpPr>
          <p:nvPr/>
        </p:nvCxnSpPr>
        <p:spPr>
          <a:xfrm flipH="1" rot="10800000">
            <a:off x="4002493" y="6312820"/>
            <a:ext cx="1188600" cy="91500"/>
          </a:xfrm>
          <a:prstGeom prst="straightConnector1">
            <a:avLst/>
          </a:prstGeom>
          <a:noFill/>
          <a:ln cap="flat" cmpd="sng" w="9525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57" name="Google Shape;157;p1"/>
          <p:cNvSpPr/>
          <p:nvPr/>
        </p:nvSpPr>
        <p:spPr>
          <a:xfrm>
            <a:off x="3943402" y="2693805"/>
            <a:ext cx="182880" cy="182880"/>
          </a:xfrm>
          <a:prstGeom prst="ellipse">
            <a:avLst/>
          </a:prstGeom>
          <a:solidFill>
            <a:srgbClr val="8E44A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"/>
          <p:cNvSpPr txBox="1"/>
          <p:nvPr/>
        </p:nvSpPr>
        <p:spPr>
          <a:xfrm>
            <a:off x="4309162" y="2602365"/>
            <a:ext cx="18288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Fusion NC-B1</a:t>
            </a:r>
            <a:endParaRPr/>
          </a:p>
        </p:txBody>
      </p:sp>
      <p:cxnSp>
        <p:nvCxnSpPr>
          <p:cNvPr id="159" name="Google Shape;159;p1"/>
          <p:cNvCxnSpPr>
            <a:stCxn id="157" idx="0"/>
            <a:endCxn id="158" idx="0"/>
          </p:cNvCxnSpPr>
          <p:nvPr/>
        </p:nvCxnSpPr>
        <p:spPr>
          <a:xfrm flipH="1" rot="10800000">
            <a:off x="4034842" y="2602305"/>
            <a:ext cx="1188600" cy="91500"/>
          </a:xfrm>
          <a:prstGeom prst="straightConnector1">
            <a:avLst/>
          </a:prstGeom>
          <a:noFill/>
          <a:ln cap="flat" cmpd="sng" w="9525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60" name="Google Shape;160;p1"/>
          <p:cNvSpPr/>
          <p:nvPr/>
        </p:nvSpPr>
        <p:spPr>
          <a:xfrm>
            <a:off x="3950183" y="5928888"/>
            <a:ext cx="182880" cy="182880"/>
          </a:xfrm>
          <a:prstGeom prst="ellipse">
            <a:avLst/>
          </a:prstGeom>
          <a:solidFill>
            <a:srgbClr val="8E44A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"/>
          <p:cNvSpPr txBox="1"/>
          <p:nvPr/>
        </p:nvSpPr>
        <p:spPr>
          <a:xfrm>
            <a:off x="4315943" y="5837448"/>
            <a:ext cx="18288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Fusion NC-L1</a:t>
            </a:r>
            <a:endParaRPr/>
          </a:p>
        </p:txBody>
      </p:sp>
      <p:cxnSp>
        <p:nvCxnSpPr>
          <p:cNvPr id="162" name="Google Shape;162;p1"/>
          <p:cNvCxnSpPr>
            <a:stCxn id="160" idx="0"/>
            <a:endCxn id="161" idx="0"/>
          </p:cNvCxnSpPr>
          <p:nvPr/>
        </p:nvCxnSpPr>
        <p:spPr>
          <a:xfrm flipH="1" rot="10800000">
            <a:off x="4041623" y="5837388"/>
            <a:ext cx="1188600" cy="91500"/>
          </a:xfrm>
          <a:prstGeom prst="straightConnector1">
            <a:avLst/>
          </a:prstGeom>
          <a:noFill/>
          <a:ln cap="flat" cmpd="sng" w="9525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63" name="Google Shape;163;p1"/>
          <p:cNvSpPr/>
          <p:nvPr/>
        </p:nvSpPr>
        <p:spPr>
          <a:xfrm>
            <a:off x="4321701" y="6249146"/>
            <a:ext cx="182880" cy="182880"/>
          </a:xfrm>
          <a:prstGeom prst="ellipse">
            <a:avLst/>
          </a:prstGeom>
          <a:solidFill>
            <a:srgbClr val="D354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"/>
          <p:cNvSpPr txBox="1"/>
          <p:nvPr/>
        </p:nvSpPr>
        <p:spPr>
          <a:xfrm>
            <a:off x="4687461" y="6157706"/>
            <a:ext cx="18288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CNN_RNN Scratch(GRU)-B1</a:t>
            </a:r>
            <a:endParaRPr/>
          </a:p>
        </p:txBody>
      </p:sp>
      <p:cxnSp>
        <p:nvCxnSpPr>
          <p:cNvPr id="165" name="Google Shape;165;p1"/>
          <p:cNvCxnSpPr>
            <a:stCxn id="163" idx="0"/>
            <a:endCxn id="164" idx="0"/>
          </p:cNvCxnSpPr>
          <p:nvPr/>
        </p:nvCxnSpPr>
        <p:spPr>
          <a:xfrm flipH="1" rot="10800000">
            <a:off x="4413141" y="6157646"/>
            <a:ext cx="1188600" cy="91500"/>
          </a:xfrm>
          <a:prstGeom prst="straightConnector1">
            <a:avLst/>
          </a:prstGeom>
          <a:noFill/>
          <a:ln cap="flat" cmpd="sng" w="9525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66" name="Google Shape;166;p1"/>
          <p:cNvSpPr/>
          <p:nvPr/>
        </p:nvSpPr>
        <p:spPr>
          <a:xfrm>
            <a:off x="4427365" y="4459036"/>
            <a:ext cx="182880" cy="182880"/>
          </a:xfrm>
          <a:prstGeom prst="ellipse">
            <a:avLst/>
          </a:prstGeom>
          <a:solidFill>
            <a:srgbClr val="27AE6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"/>
          <p:cNvSpPr txBox="1"/>
          <p:nvPr/>
        </p:nvSpPr>
        <p:spPr>
          <a:xfrm>
            <a:off x="4793125" y="4367596"/>
            <a:ext cx="18288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I3D Single-class A-2</a:t>
            </a:r>
            <a:endParaRPr/>
          </a:p>
        </p:txBody>
      </p:sp>
      <p:cxnSp>
        <p:nvCxnSpPr>
          <p:cNvPr id="168" name="Google Shape;168;p1"/>
          <p:cNvCxnSpPr>
            <a:stCxn id="166" idx="0"/>
            <a:endCxn id="167" idx="0"/>
          </p:cNvCxnSpPr>
          <p:nvPr/>
        </p:nvCxnSpPr>
        <p:spPr>
          <a:xfrm flipH="1" rot="10800000">
            <a:off x="4518805" y="4367536"/>
            <a:ext cx="1188600" cy="91500"/>
          </a:xfrm>
          <a:prstGeom prst="straightConnector1">
            <a:avLst/>
          </a:prstGeom>
          <a:noFill/>
          <a:ln cap="flat" cmpd="sng" w="9525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69" name="Google Shape;169;p1"/>
          <p:cNvSpPr/>
          <p:nvPr/>
        </p:nvSpPr>
        <p:spPr>
          <a:xfrm>
            <a:off x="4713137" y="6437821"/>
            <a:ext cx="182880" cy="182880"/>
          </a:xfrm>
          <a:prstGeom prst="ellipse">
            <a:avLst/>
          </a:prstGeom>
          <a:solidFill>
            <a:srgbClr val="8E44A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"/>
          <p:cNvSpPr txBox="1"/>
          <p:nvPr/>
        </p:nvSpPr>
        <p:spPr>
          <a:xfrm>
            <a:off x="5078897" y="6346381"/>
            <a:ext cx="18288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Fusion DI-B1</a:t>
            </a:r>
            <a:endParaRPr/>
          </a:p>
        </p:txBody>
      </p:sp>
      <p:cxnSp>
        <p:nvCxnSpPr>
          <p:cNvPr id="171" name="Google Shape;171;p1"/>
          <p:cNvCxnSpPr>
            <a:stCxn id="169" idx="0"/>
            <a:endCxn id="170" idx="0"/>
          </p:cNvCxnSpPr>
          <p:nvPr/>
        </p:nvCxnSpPr>
        <p:spPr>
          <a:xfrm flipH="1" rot="10800000">
            <a:off x="4804577" y="6346321"/>
            <a:ext cx="1188600" cy="91500"/>
          </a:xfrm>
          <a:prstGeom prst="straightConnector1">
            <a:avLst/>
          </a:prstGeom>
          <a:noFill/>
          <a:ln cap="flat" cmpd="sng" w="9525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72" name="Google Shape;172;p1"/>
          <p:cNvSpPr/>
          <p:nvPr/>
        </p:nvSpPr>
        <p:spPr>
          <a:xfrm>
            <a:off x="5020947" y="1462531"/>
            <a:ext cx="182880" cy="182880"/>
          </a:xfrm>
          <a:prstGeom prst="ellipse">
            <a:avLst/>
          </a:prstGeom>
          <a:solidFill>
            <a:srgbClr val="2980B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"/>
          <p:cNvSpPr txBox="1"/>
          <p:nvPr/>
        </p:nvSpPr>
        <p:spPr>
          <a:xfrm>
            <a:off x="5386707" y="1371091"/>
            <a:ext cx="1828800" cy="365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Two-Stream-L1</a:t>
            </a:r>
            <a:endParaRPr/>
          </a:p>
        </p:txBody>
      </p:sp>
      <p:cxnSp>
        <p:nvCxnSpPr>
          <p:cNvPr id="174" name="Google Shape;174;p1"/>
          <p:cNvCxnSpPr>
            <a:stCxn id="172" idx="0"/>
            <a:endCxn id="173" idx="0"/>
          </p:cNvCxnSpPr>
          <p:nvPr/>
        </p:nvCxnSpPr>
        <p:spPr>
          <a:xfrm flipH="1" rot="10800000">
            <a:off x="5112387" y="1371031"/>
            <a:ext cx="1188600" cy="91500"/>
          </a:xfrm>
          <a:prstGeom prst="straightConnector1">
            <a:avLst/>
          </a:prstGeom>
          <a:noFill/>
          <a:ln cap="flat" cmpd="sng" w="9525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75" name="Google Shape;175;p1"/>
          <p:cNvSpPr/>
          <p:nvPr/>
        </p:nvSpPr>
        <p:spPr>
          <a:xfrm>
            <a:off x="5445014" y="5247887"/>
            <a:ext cx="182880" cy="182880"/>
          </a:xfrm>
          <a:prstGeom prst="ellipse">
            <a:avLst/>
          </a:prstGeom>
          <a:solidFill>
            <a:srgbClr val="8E44A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"/>
          <p:cNvSpPr txBox="1"/>
          <p:nvPr/>
        </p:nvSpPr>
        <p:spPr>
          <a:xfrm>
            <a:off x="5810774" y="5156447"/>
            <a:ext cx="18288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Fusion-L1</a:t>
            </a:r>
            <a:endParaRPr/>
          </a:p>
        </p:txBody>
      </p:sp>
      <p:cxnSp>
        <p:nvCxnSpPr>
          <p:cNvPr id="177" name="Google Shape;177;p1"/>
          <p:cNvCxnSpPr>
            <a:stCxn id="175" idx="0"/>
            <a:endCxn id="176" idx="0"/>
          </p:cNvCxnSpPr>
          <p:nvPr/>
        </p:nvCxnSpPr>
        <p:spPr>
          <a:xfrm flipH="1" rot="10800000">
            <a:off x="5536454" y="5156387"/>
            <a:ext cx="1188600" cy="91500"/>
          </a:xfrm>
          <a:prstGeom prst="straightConnector1">
            <a:avLst/>
          </a:prstGeom>
          <a:noFill/>
          <a:ln cap="flat" cmpd="sng" w="9525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78" name="Google Shape;178;p1"/>
          <p:cNvSpPr/>
          <p:nvPr/>
        </p:nvSpPr>
        <p:spPr>
          <a:xfrm>
            <a:off x="5603792" y="5758174"/>
            <a:ext cx="182880" cy="182880"/>
          </a:xfrm>
          <a:prstGeom prst="ellipse">
            <a:avLst/>
          </a:prstGeom>
          <a:solidFill>
            <a:srgbClr val="8E44A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"/>
          <p:cNvSpPr txBox="1"/>
          <p:nvPr/>
        </p:nvSpPr>
        <p:spPr>
          <a:xfrm>
            <a:off x="5969552" y="5666734"/>
            <a:ext cx="18288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Fusion(S)-L1</a:t>
            </a:r>
            <a:endParaRPr/>
          </a:p>
        </p:txBody>
      </p:sp>
      <p:cxnSp>
        <p:nvCxnSpPr>
          <p:cNvPr id="180" name="Google Shape;180;p1"/>
          <p:cNvCxnSpPr>
            <a:stCxn id="178" idx="0"/>
            <a:endCxn id="179" idx="0"/>
          </p:cNvCxnSpPr>
          <p:nvPr/>
        </p:nvCxnSpPr>
        <p:spPr>
          <a:xfrm flipH="1" rot="10800000">
            <a:off x="5695232" y="5666674"/>
            <a:ext cx="1188600" cy="91500"/>
          </a:xfrm>
          <a:prstGeom prst="straightConnector1">
            <a:avLst/>
          </a:prstGeom>
          <a:noFill/>
          <a:ln cap="flat" cmpd="sng" w="9525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81" name="Google Shape;181;p1"/>
          <p:cNvSpPr/>
          <p:nvPr/>
        </p:nvSpPr>
        <p:spPr>
          <a:xfrm>
            <a:off x="5904397" y="7071829"/>
            <a:ext cx="182880" cy="182880"/>
          </a:xfrm>
          <a:prstGeom prst="ellipse">
            <a:avLst/>
          </a:prstGeom>
          <a:solidFill>
            <a:srgbClr val="D354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"/>
          <p:cNvSpPr txBox="1"/>
          <p:nvPr/>
        </p:nvSpPr>
        <p:spPr>
          <a:xfrm>
            <a:off x="6270157" y="6980389"/>
            <a:ext cx="18288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CNN_RNN Scratch(LSTM)-L1</a:t>
            </a:r>
            <a:endParaRPr/>
          </a:p>
        </p:txBody>
      </p:sp>
      <p:cxnSp>
        <p:nvCxnSpPr>
          <p:cNvPr id="183" name="Google Shape;183;p1"/>
          <p:cNvCxnSpPr>
            <a:stCxn id="181" idx="0"/>
            <a:endCxn id="182" idx="0"/>
          </p:cNvCxnSpPr>
          <p:nvPr/>
        </p:nvCxnSpPr>
        <p:spPr>
          <a:xfrm flipH="1" rot="10800000">
            <a:off x="5995837" y="6980329"/>
            <a:ext cx="1188600" cy="91500"/>
          </a:xfrm>
          <a:prstGeom prst="straightConnector1">
            <a:avLst/>
          </a:prstGeom>
          <a:noFill/>
          <a:ln cap="flat" cmpd="sng" w="9525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84" name="Google Shape;184;p1"/>
          <p:cNvSpPr/>
          <p:nvPr/>
        </p:nvSpPr>
        <p:spPr>
          <a:xfrm>
            <a:off x="6245968" y="5921819"/>
            <a:ext cx="182880" cy="182880"/>
          </a:xfrm>
          <a:prstGeom prst="ellipse">
            <a:avLst/>
          </a:prstGeom>
          <a:solidFill>
            <a:srgbClr val="2980B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"/>
          <p:cNvSpPr txBox="1"/>
          <p:nvPr/>
        </p:nvSpPr>
        <p:spPr>
          <a:xfrm>
            <a:off x="6611728" y="5830379"/>
            <a:ext cx="18288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Two-Stream-B1</a:t>
            </a:r>
            <a:endParaRPr/>
          </a:p>
        </p:txBody>
      </p:sp>
      <p:cxnSp>
        <p:nvCxnSpPr>
          <p:cNvPr id="186" name="Google Shape;186;p1"/>
          <p:cNvCxnSpPr>
            <a:stCxn id="184" idx="0"/>
            <a:endCxn id="185" idx="0"/>
          </p:cNvCxnSpPr>
          <p:nvPr/>
        </p:nvCxnSpPr>
        <p:spPr>
          <a:xfrm flipH="1" rot="10800000">
            <a:off x="6337408" y="5830319"/>
            <a:ext cx="1188600" cy="91500"/>
          </a:xfrm>
          <a:prstGeom prst="straightConnector1">
            <a:avLst/>
          </a:prstGeom>
          <a:noFill/>
          <a:ln cap="flat" cmpd="sng" w="9525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87" name="Google Shape;187;p1"/>
          <p:cNvSpPr/>
          <p:nvPr/>
        </p:nvSpPr>
        <p:spPr>
          <a:xfrm>
            <a:off x="6528068" y="6187324"/>
            <a:ext cx="182880" cy="182880"/>
          </a:xfrm>
          <a:prstGeom prst="ellipse">
            <a:avLst/>
          </a:prstGeom>
          <a:solidFill>
            <a:srgbClr val="D354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"/>
          <p:cNvSpPr txBox="1"/>
          <p:nvPr/>
        </p:nvSpPr>
        <p:spPr>
          <a:xfrm>
            <a:off x="6893828" y="6095884"/>
            <a:ext cx="18288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CNN_RNN T(O)-b(5)</a:t>
            </a:r>
            <a:endParaRPr/>
          </a:p>
        </p:txBody>
      </p:sp>
      <p:cxnSp>
        <p:nvCxnSpPr>
          <p:cNvPr id="189" name="Google Shape;189;p1"/>
          <p:cNvCxnSpPr>
            <a:stCxn id="187" idx="0"/>
            <a:endCxn id="188" idx="0"/>
          </p:cNvCxnSpPr>
          <p:nvPr/>
        </p:nvCxnSpPr>
        <p:spPr>
          <a:xfrm flipH="1" rot="10800000">
            <a:off x="6619508" y="6095824"/>
            <a:ext cx="1188600" cy="91500"/>
          </a:xfrm>
          <a:prstGeom prst="straightConnector1">
            <a:avLst/>
          </a:prstGeom>
          <a:noFill/>
          <a:ln cap="flat" cmpd="sng" w="9525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90" name="Google Shape;190;p1"/>
          <p:cNvSpPr/>
          <p:nvPr/>
        </p:nvSpPr>
        <p:spPr>
          <a:xfrm>
            <a:off x="6908909" y="6515258"/>
            <a:ext cx="182880" cy="182880"/>
          </a:xfrm>
          <a:prstGeom prst="ellipse">
            <a:avLst/>
          </a:prstGeom>
          <a:solidFill>
            <a:srgbClr val="D354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"/>
          <p:cNvSpPr txBox="1"/>
          <p:nvPr/>
        </p:nvSpPr>
        <p:spPr>
          <a:xfrm>
            <a:off x="7274669" y="6423818"/>
            <a:ext cx="18288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CNN_RNN-1</a:t>
            </a:r>
            <a:endParaRPr/>
          </a:p>
        </p:txBody>
      </p:sp>
      <p:cxnSp>
        <p:nvCxnSpPr>
          <p:cNvPr id="192" name="Google Shape;192;p1"/>
          <p:cNvCxnSpPr>
            <a:stCxn id="190" idx="0"/>
            <a:endCxn id="191" idx="0"/>
          </p:cNvCxnSpPr>
          <p:nvPr/>
        </p:nvCxnSpPr>
        <p:spPr>
          <a:xfrm flipH="1" rot="10800000">
            <a:off x="7000349" y="6423758"/>
            <a:ext cx="1188600" cy="91500"/>
          </a:xfrm>
          <a:prstGeom prst="straightConnector1">
            <a:avLst/>
          </a:prstGeom>
          <a:noFill/>
          <a:ln cap="flat" cmpd="sng" w="9525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93" name="Google Shape;193;p1"/>
          <p:cNvSpPr/>
          <p:nvPr/>
        </p:nvSpPr>
        <p:spPr>
          <a:xfrm>
            <a:off x="7019517" y="6676289"/>
            <a:ext cx="182880" cy="182880"/>
          </a:xfrm>
          <a:prstGeom prst="ellipse">
            <a:avLst/>
          </a:prstGeom>
          <a:solidFill>
            <a:srgbClr val="D354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"/>
          <p:cNvSpPr txBox="1"/>
          <p:nvPr/>
        </p:nvSpPr>
        <p:spPr>
          <a:xfrm>
            <a:off x="7385277" y="6584849"/>
            <a:ext cx="18288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CNN_RNN Scratch(LSTM)-Mixed1</a:t>
            </a:r>
            <a:endParaRPr/>
          </a:p>
        </p:txBody>
      </p:sp>
      <p:cxnSp>
        <p:nvCxnSpPr>
          <p:cNvPr id="195" name="Google Shape;195;p1"/>
          <p:cNvCxnSpPr>
            <a:stCxn id="193" idx="0"/>
            <a:endCxn id="194" idx="0"/>
          </p:cNvCxnSpPr>
          <p:nvPr/>
        </p:nvCxnSpPr>
        <p:spPr>
          <a:xfrm flipH="1" rot="10800000">
            <a:off x="7110957" y="6584789"/>
            <a:ext cx="1188600" cy="91500"/>
          </a:xfrm>
          <a:prstGeom prst="straightConnector1">
            <a:avLst/>
          </a:prstGeom>
          <a:noFill/>
          <a:ln cap="flat" cmpd="sng" w="9525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96" name="Google Shape;196;p1"/>
          <p:cNvSpPr/>
          <p:nvPr/>
        </p:nvSpPr>
        <p:spPr>
          <a:xfrm>
            <a:off x="7179567" y="4177849"/>
            <a:ext cx="182880" cy="182880"/>
          </a:xfrm>
          <a:prstGeom prst="ellipse">
            <a:avLst/>
          </a:prstGeom>
          <a:solidFill>
            <a:srgbClr val="8E44A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"/>
          <p:cNvSpPr txBox="1"/>
          <p:nvPr/>
        </p:nvSpPr>
        <p:spPr>
          <a:xfrm>
            <a:off x="7545327" y="4086409"/>
            <a:ext cx="18288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Fusion DIT-1</a:t>
            </a:r>
            <a:endParaRPr/>
          </a:p>
        </p:txBody>
      </p:sp>
      <p:cxnSp>
        <p:nvCxnSpPr>
          <p:cNvPr id="198" name="Google Shape;198;p1"/>
          <p:cNvCxnSpPr>
            <a:stCxn id="196" idx="0"/>
            <a:endCxn id="197" idx="0"/>
          </p:cNvCxnSpPr>
          <p:nvPr/>
        </p:nvCxnSpPr>
        <p:spPr>
          <a:xfrm flipH="1" rot="10800000">
            <a:off x="7271007" y="4086349"/>
            <a:ext cx="1188600" cy="91500"/>
          </a:xfrm>
          <a:prstGeom prst="straightConnector1">
            <a:avLst/>
          </a:prstGeom>
          <a:noFill/>
          <a:ln cap="flat" cmpd="sng" w="9525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99" name="Google Shape;199;p1"/>
          <p:cNvSpPr/>
          <p:nvPr/>
        </p:nvSpPr>
        <p:spPr>
          <a:xfrm>
            <a:off x="7278167" y="4652498"/>
            <a:ext cx="182880" cy="182880"/>
          </a:xfrm>
          <a:prstGeom prst="ellipse">
            <a:avLst/>
          </a:prstGeom>
          <a:solidFill>
            <a:srgbClr val="D354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"/>
          <p:cNvSpPr txBox="1"/>
          <p:nvPr/>
        </p:nvSpPr>
        <p:spPr>
          <a:xfrm>
            <a:off x="7643927" y="4561058"/>
            <a:ext cx="18288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CNN_RNN T(O)-a</a:t>
            </a:r>
            <a:endParaRPr/>
          </a:p>
        </p:txBody>
      </p:sp>
      <p:cxnSp>
        <p:nvCxnSpPr>
          <p:cNvPr id="201" name="Google Shape;201;p1"/>
          <p:cNvCxnSpPr>
            <a:stCxn id="199" idx="0"/>
            <a:endCxn id="200" idx="0"/>
          </p:cNvCxnSpPr>
          <p:nvPr/>
        </p:nvCxnSpPr>
        <p:spPr>
          <a:xfrm flipH="1" rot="10800000">
            <a:off x="7369607" y="4560998"/>
            <a:ext cx="1188600" cy="91500"/>
          </a:xfrm>
          <a:prstGeom prst="straightConnector1">
            <a:avLst/>
          </a:prstGeom>
          <a:noFill/>
          <a:ln cap="flat" cmpd="sng" w="9525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202" name="Google Shape;202;p1"/>
          <p:cNvSpPr/>
          <p:nvPr/>
        </p:nvSpPr>
        <p:spPr>
          <a:xfrm>
            <a:off x="7469012" y="3661743"/>
            <a:ext cx="182880" cy="182880"/>
          </a:xfrm>
          <a:prstGeom prst="ellipse">
            <a:avLst/>
          </a:prstGeom>
          <a:solidFill>
            <a:srgbClr val="D354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"/>
          <p:cNvSpPr txBox="1"/>
          <p:nvPr/>
        </p:nvSpPr>
        <p:spPr>
          <a:xfrm>
            <a:off x="7834772" y="3570303"/>
            <a:ext cx="18288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CNN_RNN T(O)-b(7)</a:t>
            </a:r>
            <a:endParaRPr/>
          </a:p>
        </p:txBody>
      </p:sp>
      <p:cxnSp>
        <p:nvCxnSpPr>
          <p:cNvPr id="204" name="Google Shape;204;p1"/>
          <p:cNvCxnSpPr>
            <a:stCxn id="202" idx="0"/>
            <a:endCxn id="203" idx="0"/>
          </p:cNvCxnSpPr>
          <p:nvPr/>
        </p:nvCxnSpPr>
        <p:spPr>
          <a:xfrm flipH="1" rot="10800000">
            <a:off x="7560452" y="3570243"/>
            <a:ext cx="1188600" cy="91500"/>
          </a:xfrm>
          <a:prstGeom prst="straightConnector1">
            <a:avLst/>
          </a:prstGeom>
          <a:noFill/>
          <a:ln cap="flat" cmpd="sng" w="9525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205" name="Google Shape;205;p1"/>
          <p:cNvSpPr/>
          <p:nvPr/>
        </p:nvSpPr>
        <p:spPr>
          <a:xfrm>
            <a:off x="7474804" y="5755194"/>
            <a:ext cx="182880" cy="182880"/>
          </a:xfrm>
          <a:prstGeom prst="ellipse">
            <a:avLst/>
          </a:prstGeom>
          <a:solidFill>
            <a:srgbClr val="8E44A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"/>
          <p:cNvSpPr txBox="1"/>
          <p:nvPr/>
        </p:nvSpPr>
        <p:spPr>
          <a:xfrm>
            <a:off x="7840564" y="5663754"/>
            <a:ext cx="18288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Fusion-B1</a:t>
            </a:r>
            <a:endParaRPr/>
          </a:p>
        </p:txBody>
      </p:sp>
      <p:cxnSp>
        <p:nvCxnSpPr>
          <p:cNvPr id="207" name="Google Shape;207;p1"/>
          <p:cNvCxnSpPr>
            <a:stCxn id="205" idx="0"/>
            <a:endCxn id="206" idx="0"/>
          </p:cNvCxnSpPr>
          <p:nvPr/>
        </p:nvCxnSpPr>
        <p:spPr>
          <a:xfrm flipH="1" rot="10800000">
            <a:off x="7566244" y="5663694"/>
            <a:ext cx="1188600" cy="91500"/>
          </a:xfrm>
          <a:prstGeom prst="straightConnector1">
            <a:avLst/>
          </a:prstGeom>
          <a:noFill/>
          <a:ln cap="flat" cmpd="sng" w="9525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208" name="Google Shape;208;p1"/>
          <p:cNvSpPr/>
          <p:nvPr/>
        </p:nvSpPr>
        <p:spPr>
          <a:xfrm>
            <a:off x="8698978" y="5605663"/>
            <a:ext cx="182880" cy="182880"/>
          </a:xfrm>
          <a:prstGeom prst="ellipse">
            <a:avLst/>
          </a:prstGeom>
          <a:solidFill>
            <a:srgbClr val="8E44A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"/>
          <p:cNvSpPr txBox="1"/>
          <p:nvPr/>
        </p:nvSpPr>
        <p:spPr>
          <a:xfrm>
            <a:off x="9064738" y="5514223"/>
            <a:ext cx="18288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Fusion DIT-2</a:t>
            </a:r>
            <a:endParaRPr/>
          </a:p>
        </p:txBody>
      </p:sp>
      <p:cxnSp>
        <p:nvCxnSpPr>
          <p:cNvPr id="210" name="Google Shape;210;p1"/>
          <p:cNvCxnSpPr>
            <a:stCxn id="208" idx="0"/>
            <a:endCxn id="209" idx="0"/>
          </p:cNvCxnSpPr>
          <p:nvPr/>
        </p:nvCxnSpPr>
        <p:spPr>
          <a:xfrm flipH="1" rot="10800000">
            <a:off x="8790418" y="5514163"/>
            <a:ext cx="1188600" cy="91500"/>
          </a:xfrm>
          <a:prstGeom prst="straightConnector1">
            <a:avLst/>
          </a:prstGeom>
          <a:noFill/>
          <a:ln cap="flat" cmpd="sng" w="9525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211" name="Google Shape;211;p1"/>
          <p:cNvSpPr/>
          <p:nvPr/>
        </p:nvSpPr>
        <p:spPr>
          <a:xfrm>
            <a:off x="9796440" y="7329932"/>
            <a:ext cx="182880" cy="182880"/>
          </a:xfrm>
          <a:prstGeom prst="ellipse">
            <a:avLst/>
          </a:prstGeom>
          <a:solidFill>
            <a:srgbClr val="27AE6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"/>
          <p:cNvSpPr txBox="1"/>
          <p:nvPr/>
        </p:nvSpPr>
        <p:spPr>
          <a:xfrm>
            <a:off x="10162200" y="7238492"/>
            <a:ext cx="18288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I3D OG-L2</a:t>
            </a:r>
            <a:endParaRPr/>
          </a:p>
        </p:txBody>
      </p:sp>
      <p:cxnSp>
        <p:nvCxnSpPr>
          <p:cNvPr id="213" name="Google Shape;213;p1"/>
          <p:cNvCxnSpPr>
            <a:stCxn id="211" idx="0"/>
            <a:endCxn id="212" idx="0"/>
          </p:cNvCxnSpPr>
          <p:nvPr/>
        </p:nvCxnSpPr>
        <p:spPr>
          <a:xfrm flipH="1" rot="10800000">
            <a:off x="9887880" y="7238432"/>
            <a:ext cx="1188600" cy="91500"/>
          </a:xfrm>
          <a:prstGeom prst="straightConnector1">
            <a:avLst/>
          </a:prstGeom>
          <a:noFill/>
          <a:ln cap="flat" cmpd="sng" w="9525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214" name="Google Shape;214;p1"/>
          <p:cNvSpPr/>
          <p:nvPr/>
        </p:nvSpPr>
        <p:spPr>
          <a:xfrm>
            <a:off x="9796722" y="7329801"/>
            <a:ext cx="182880" cy="182880"/>
          </a:xfrm>
          <a:prstGeom prst="ellipse">
            <a:avLst/>
          </a:prstGeom>
          <a:solidFill>
            <a:srgbClr val="D354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"/>
          <p:cNvSpPr txBox="1"/>
          <p:nvPr/>
        </p:nvSpPr>
        <p:spPr>
          <a:xfrm>
            <a:off x="10162482" y="7238361"/>
            <a:ext cx="18288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CNN_RNN Scratch(GRU)-L1</a:t>
            </a:r>
            <a:endParaRPr/>
          </a:p>
        </p:txBody>
      </p:sp>
      <p:cxnSp>
        <p:nvCxnSpPr>
          <p:cNvPr id="216" name="Google Shape;216;p1"/>
          <p:cNvCxnSpPr>
            <a:stCxn id="214" idx="0"/>
            <a:endCxn id="215" idx="0"/>
          </p:cNvCxnSpPr>
          <p:nvPr/>
        </p:nvCxnSpPr>
        <p:spPr>
          <a:xfrm flipH="1" rot="10800000">
            <a:off x="9888162" y="7238301"/>
            <a:ext cx="1188600" cy="91500"/>
          </a:xfrm>
          <a:prstGeom prst="straightConnector1">
            <a:avLst/>
          </a:prstGeom>
          <a:noFill/>
          <a:ln cap="flat" cmpd="sng" w="9525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217" name="Google Shape;217;p1"/>
          <p:cNvSpPr/>
          <p:nvPr/>
        </p:nvSpPr>
        <p:spPr>
          <a:xfrm>
            <a:off x="9797287" y="7329521"/>
            <a:ext cx="182880" cy="182880"/>
          </a:xfrm>
          <a:prstGeom prst="ellipse">
            <a:avLst/>
          </a:prstGeom>
          <a:solidFill>
            <a:srgbClr val="27AE6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"/>
          <p:cNvSpPr txBox="1"/>
          <p:nvPr/>
        </p:nvSpPr>
        <p:spPr>
          <a:xfrm>
            <a:off x="10163047" y="7238081"/>
            <a:ext cx="18288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I3D OG-L1</a:t>
            </a:r>
            <a:endParaRPr/>
          </a:p>
        </p:txBody>
      </p:sp>
      <p:cxnSp>
        <p:nvCxnSpPr>
          <p:cNvPr id="219" name="Google Shape;219;p1"/>
          <p:cNvCxnSpPr>
            <a:stCxn id="217" idx="0"/>
            <a:endCxn id="218" idx="0"/>
          </p:cNvCxnSpPr>
          <p:nvPr/>
        </p:nvCxnSpPr>
        <p:spPr>
          <a:xfrm flipH="1" rot="10800000">
            <a:off x="9888727" y="7238021"/>
            <a:ext cx="1188600" cy="91500"/>
          </a:xfrm>
          <a:prstGeom prst="straightConnector1">
            <a:avLst/>
          </a:prstGeom>
          <a:noFill/>
          <a:ln cap="flat" cmpd="sng" w="9525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
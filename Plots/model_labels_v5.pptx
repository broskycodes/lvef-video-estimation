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ot_bg_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375" y="14279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Two-Stream-L1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5154424" y="1610868"/>
            <a:ext cx="522351" cy="7315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46261" y="596957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Two-Stream-B1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79445" y="6143307"/>
            <a:ext cx="581216" cy="914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50" y="44153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A-2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4560842" y="4598228"/>
            <a:ext cx="639508" cy="8229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5148" y="51052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827137" y="5288139"/>
            <a:ext cx="332411" cy="11112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34148" y="384479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A-4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90180" y="4027671"/>
            <a:ext cx="658368" cy="8229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04760" y="462423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A-5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27124" y="4807116"/>
            <a:ext cx="292036" cy="36576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28887" y="68177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 (A)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0619" y="6508682"/>
            <a:ext cx="772668" cy="49199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78829" y="536958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 (B)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807925" y="5552466"/>
            <a:ext cx="1285304" cy="23038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02606" y="606420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 (C)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118136" y="6247085"/>
            <a:ext cx="98870" cy="10237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55141" y="556027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Mini-B1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2369541" y="5743154"/>
            <a:ext cx="304610" cy="10058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19091" y="57286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Mini-L1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233491" y="5838396"/>
            <a:ext cx="317754" cy="7315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41179" y="7294977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OG-L1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930765" y="7477857"/>
            <a:ext cx="424814" cy="7315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18349" y="76245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OG-L2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732749" y="7551420"/>
            <a:ext cx="197168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08353" y="512315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Mini-B2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222753" y="5306031"/>
            <a:ext cx="30862" cy="23774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9614" y="236026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OG-B2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399397" y="2543141"/>
            <a:ext cx="364617" cy="64008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4038" y="493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Mini-B3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532041" y="5115800"/>
            <a:ext cx="1556397" cy="48323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35201" y="415509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Mini-B4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550123" y="4337975"/>
            <a:ext cx="399478" cy="8229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10244" y="544233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Mini-L2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621177" y="5625214"/>
            <a:ext cx="303467" cy="3657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068184" y="491684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OG-B1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727124" y="5099724"/>
            <a:ext cx="255460" cy="7315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40253" y="265926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NC-B1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4076879" y="2842141"/>
            <a:ext cx="477774" cy="7315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488461" y="6561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NC-B2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44530" y="6625808"/>
            <a:ext cx="358331" cy="11887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057883" y="588785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NC-L1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083660" y="6070730"/>
            <a:ext cx="888623" cy="7964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32916" y="610486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NC-L2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898042" y="6269456"/>
            <a:ext cx="1049274" cy="18288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490940" y="639645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SI-B1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2405340" y="6405599"/>
            <a:ext cx="161734" cy="17373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76705" y="619395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SI-B2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1991105" y="6358546"/>
            <a:ext cx="670897" cy="18288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21582" y="652323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SI-L1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209109" y="6413508"/>
            <a:ext cx="126873" cy="292608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98739" y="5768647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SI-L2</a:t>
            </a:r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2213139" y="5951527"/>
            <a:ext cx="532066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36290" y="652214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DI-B1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46614" y="6659309"/>
            <a:ext cx="604076" cy="457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197556" y="627051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DI-B2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782772" y="6425962"/>
            <a:ext cx="329184" cy="274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175704" y="513279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DI-L1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3444309" y="5315674"/>
            <a:ext cx="645795" cy="109728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255222" y="566098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DI-L2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3862727" y="5843862"/>
            <a:ext cx="306895" cy="201168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29384" y="41459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DIT-1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7313044" y="4328852"/>
            <a:ext cx="430740" cy="7048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354109" y="55711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DIT-2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8832455" y="5753999"/>
            <a:ext cx="436054" cy="7315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29351" y="571150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Fusion-B1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7608281" y="5894386"/>
            <a:ext cx="335470" cy="8229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977273" y="520419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Fusion-L1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5578491" y="5387079"/>
            <a:ext cx="313182" cy="8229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356650" y="561390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Fusion(S)-L1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5737269" y="5796782"/>
            <a:ext cx="533781" cy="18288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106463" y="471160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T(O)-a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411644" y="4873986"/>
            <a:ext cx="609219" cy="2050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429516" y="613670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T(O)-b(5)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6661545" y="6319586"/>
            <a:ext cx="682371" cy="8922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389320" y="362137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T(O)-b(7)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602489" y="3804256"/>
            <a:ext cx="701231" cy="7897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622334" y="639801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CNN_RNN-1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7042386" y="6580895"/>
            <a:ext cx="494348" cy="155851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782076" y="6308257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Scratch(GRU)-B1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455178" y="6470634"/>
            <a:ext cx="1241298" cy="20503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857678" y="71328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Scratch(GRU)-L1</a:t>
            </a:r>
          </a:p>
        </p:txBody>
      </p:sp>
      <p:cxnSp>
        <p:nvCxnSpPr>
          <p:cNvPr id="86" name="Connector 85"/>
          <p:cNvCxnSpPr/>
          <p:nvPr/>
        </p:nvCxnSpPr>
        <p:spPr>
          <a:xfrm flipH="1" flipV="1">
            <a:off x="9772078" y="7315759"/>
            <a:ext cx="158121" cy="23553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145953" y="5656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Scratch(LSTM)-B1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3763561" y="5839480"/>
            <a:ext cx="1296792" cy="357051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145316" y="71309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Scratch(LSTM)-L1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037874" y="7293317"/>
            <a:ext cx="1021842" cy="20503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45602" y="6735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Scratch(LSTM)-Mixed1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152994" y="6897777"/>
            <a:ext cx="1207008" cy="20503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